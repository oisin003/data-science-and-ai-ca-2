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FA0BEF-D199-4FE0-8730-DA8F34E47C79}" v="20" dt="2026-04-02T22:05:57.4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p:scale>
          <a:sx n="50" d="100"/>
          <a:sy n="50" d="100"/>
        </p:scale>
        <p:origin x="24" y="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isin Gibson - STUDENT" userId="ed51d723-880b-49b1-825d-dc1bedda07ba" providerId="ADAL" clId="{EDDB1762-DBC6-4255-8F00-AAC25EF48E3C}"/>
    <pc:docChg chg="undo custSel modSld addMainMaster delMainMaster">
      <pc:chgData name="Oisin Gibson - STUDENT" userId="ed51d723-880b-49b1-825d-dc1bedda07ba" providerId="ADAL" clId="{EDDB1762-DBC6-4255-8F00-AAC25EF48E3C}" dt="2026-03-23T11:20:20.975" v="28" actId="26606"/>
      <pc:docMkLst>
        <pc:docMk/>
      </pc:docMkLst>
      <pc:sldChg chg="addSp delSp modSp mod setBg modClrScheme setClrOvrMap chgLayout">
        <pc:chgData name="Oisin Gibson - STUDENT" userId="ed51d723-880b-49b1-825d-dc1bedda07ba" providerId="ADAL" clId="{EDDB1762-DBC6-4255-8F00-AAC25EF48E3C}" dt="2026-03-23T11:20:20.975" v="28" actId="26606"/>
        <pc:sldMkLst>
          <pc:docMk/>
          <pc:sldMk cId="683808358" sldId="256"/>
        </pc:sldMkLst>
        <pc:spChg chg="mod ord">
          <ac:chgData name="Oisin Gibson - STUDENT" userId="ed51d723-880b-49b1-825d-dc1bedda07ba" providerId="ADAL" clId="{EDDB1762-DBC6-4255-8F00-AAC25EF48E3C}" dt="2026-03-23T11:20:20.975" v="28" actId="26606"/>
          <ac:spMkLst>
            <pc:docMk/>
            <pc:sldMk cId="683808358" sldId="256"/>
            <ac:spMk id="2" creationId="{52A227A2-573A-3D9F-C69D-D2DD7E5EDFF8}"/>
          </ac:spMkLst>
        </pc:spChg>
        <pc:spChg chg="mod ord">
          <ac:chgData name="Oisin Gibson - STUDENT" userId="ed51d723-880b-49b1-825d-dc1bedda07ba" providerId="ADAL" clId="{EDDB1762-DBC6-4255-8F00-AAC25EF48E3C}" dt="2026-03-23T11:20:20.975" v="28" actId="26606"/>
          <ac:spMkLst>
            <pc:docMk/>
            <pc:sldMk cId="683808358" sldId="256"/>
            <ac:spMk id="3" creationId="{81AC14BF-AB1F-D63E-E3A0-29D78EF07F45}"/>
          </ac:spMkLst>
        </pc:spChg>
        <pc:spChg chg="add">
          <ac:chgData name="Oisin Gibson - STUDENT" userId="ed51d723-880b-49b1-825d-dc1bedda07ba" providerId="ADAL" clId="{EDDB1762-DBC6-4255-8F00-AAC25EF48E3C}" dt="2026-03-23T11:20:20.975" v="28" actId="26606"/>
          <ac:spMkLst>
            <pc:docMk/>
            <pc:sldMk cId="683808358" sldId="256"/>
            <ac:spMk id="52" creationId="{7319A1DD-F557-4EC6-8A8C-F7617B4CD678}"/>
          </ac:spMkLst>
        </pc:spChg>
        <pc:spChg chg="add">
          <ac:chgData name="Oisin Gibson - STUDENT" userId="ed51d723-880b-49b1-825d-dc1bedda07ba" providerId="ADAL" clId="{EDDB1762-DBC6-4255-8F00-AAC25EF48E3C}" dt="2026-03-23T11:20:20.975" v="28" actId="26606"/>
          <ac:spMkLst>
            <pc:docMk/>
            <pc:sldMk cId="683808358" sldId="256"/>
            <ac:spMk id="56" creationId="{C390A367-0330-4E03-9D5F-40308A7975C8}"/>
          </ac:spMkLst>
        </pc:spChg>
        <pc:picChg chg="add">
          <ac:chgData name="Oisin Gibson - STUDENT" userId="ed51d723-880b-49b1-825d-dc1bedda07ba" providerId="ADAL" clId="{EDDB1762-DBC6-4255-8F00-AAC25EF48E3C}" dt="2026-03-23T11:19:34.036" v="10" actId="26606"/>
          <ac:picMkLst>
            <pc:docMk/>
            <pc:sldMk cId="683808358" sldId="256"/>
            <ac:picMk id="43" creationId="{E9EA0270-83A6-B153-BA73-7E0972444B49}"/>
          </ac:picMkLst>
        </pc:picChg>
      </pc:sldChg>
      <pc:sldMasterChg chg="add addSldLayout">
        <pc:chgData name="Oisin Gibson - STUDENT" userId="ed51d723-880b-49b1-825d-dc1bedda07ba" providerId="ADAL" clId="{EDDB1762-DBC6-4255-8F00-AAC25EF48E3C}" dt="2026-03-23T11:20:20.975" v="28" actId="26606"/>
        <pc:sldMasterMkLst>
          <pc:docMk/>
          <pc:sldMasterMk cId="1298290680" sldId="2147483788"/>
        </pc:sldMasterMkLst>
        <pc:sldLayoutChg chg="add">
          <pc:chgData name="Oisin Gibson - STUDENT" userId="ed51d723-880b-49b1-825d-dc1bedda07ba" providerId="ADAL" clId="{EDDB1762-DBC6-4255-8F00-AAC25EF48E3C}" dt="2026-03-23T11:20:20.975" v="28" actId="26606"/>
          <pc:sldLayoutMkLst>
            <pc:docMk/>
            <pc:sldMasterMk cId="1298290680" sldId="2147483788"/>
            <pc:sldLayoutMk cId="3975672599" sldId="2147483777"/>
          </pc:sldLayoutMkLst>
        </pc:sldLayoutChg>
        <pc:sldLayoutChg chg="add">
          <pc:chgData name="Oisin Gibson - STUDENT" userId="ed51d723-880b-49b1-825d-dc1bedda07ba" providerId="ADAL" clId="{EDDB1762-DBC6-4255-8F00-AAC25EF48E3C}" dt="2026-03-23T11:20:20.975" v="28" actId="26606"/>
          <pc:sldLayoutMkLst>
            <pc:docMk/>
            <pc:sldMasterMk cId="1298290680" sldId="2147483788"/>
            <pc:sldLayoutMk cId="2591956466" sldId="2147483778"/>
          </pc:sldLayoutMkLst>
        </pc:sldLayoutChg>
        <pc:sldLayoutChg chg="add">
          <pc:chgData name="Oisin Gibson - STUDENT" userId="ed51d723-880b-49b1-825d-dc1bedda07ba" providerId="ADAL" clId="{EDDB1762-DBC6-4255-8F00-AAC25EF48E3C}" dt="2026-03-23T11:20:20.975" v="28" actId="26606"/>
          <pc:sldLayoutMkLst>
            <pc:docMk/>
            <pc:sldMasterMk cId="1298290680" sldId="2147483788"/>
            <pc:sldLayoutMk cId="393531465" sldId="2147483779"/>
          </pc:sldLayoutMkLst>
        </pc:sldLayoutChg>
        <pc:sldLayoutChg chg="add">
          <pc:chgData name="Oisin Gibson - STUDENT" userId="ed51d723-880b-49b1-825d-dc1bedda07ba" providerId="ADAL" clId="{EDDB1762-DBC6-4255-8F00-AAC25EF48E3C}" dt="2026-03-23T11:20:20.975" v="28" actId="26606"/>
          <pc:sldLayoutMkLst>
            <pc:docMk/>
            <pc:sldMasterMk cId="1298290680" sldId="2147483788"/>
            <pc:sldLayoutMk cId="3457076146" sldId="2147483780"/>
          </pc:sldLayoutMkLst>
        </pc:sldLayoutChg>
        <pc:sldLayoutChg chg="add">
          <pc:chgData name="Oisin Gibson - STUDENT" userId="ed51d723-880b-49b1-825d-dc1bedda07ba" providerId="ADAL" clId="{EDDB1762-DBC6-4255-8F00-AAC25EF48E3C}" dt="2026-03-23T11:20:20.975" v="28" actId="26606"/>
          <pc:sldLayoutMkLst>
            <pc:docMk/>
            <pc:sldMasterMk cId="1298290680" sldId="2147483788"/>
            <pc:sldLayoutMk cId="4024399319" sldId="2147483781"/>
          </pc:sldLayoutMkLst>
        </pc:sldLayoutChg>
        <pc:sldLayoutChg chg="add">
          <pc:chgData name="Oisin Gibson - STUDENT" userId="ed51d723-880b-49b1-825d-dc1bedda07ba" providerId="ADAL" clId="{EDDB1762-DBC6-4255-8F00-AAC25EF48E3C}" dt="2026-03-23T11:20:20.975" v="28" actId="26606"/>
          <pc:sldLayoutMkLst>
            <pc:docMk/>
            <pc:sldMasterMk cId="1298290680" sldId="2147483788"/>
            <pc:sldLayoutMk cId="449586979" sldId="2147483782"/>
          </pc:sldLayoutMkLst>
        </pc:sldLayoutChg>
        <pc:sldLayoutChg chg="add">
          <pc:chgData name="Oisin Gibson - STUDENT" userId="ed51d723-880b-49b1-825d-dc1bedda07ba" providerId="ADAL" clId="{EDDB1762-DBC6-4255-8F00-AAC25EF48E3C}" dt="2026-03-23T11:20:20.975" v="28" actId="26606"/>
          <pc:sldLayoutMkLst>
            <pc:docMk/>
            <pc:sldMasterMk cId="1298290680" sldId="2147483788"/>
            <pc:sldLayoutMk cId="738157766" sldId="2147483783"/>
          </pc:sldLayoutMkLst>
        </pc:sldLayoutChg>
        <pc:sldLayoutChg chg="add">
          <pc:chgData name="Oisin Gibson - STUDENT" userId="ed51d723-880b-49b1-825d-dc1bedda07ba" providerId="ADAL" clId="{EDDB1762-DBC6-4255-8F00-AAC25EF48E3C}" dt="2026-03-23T11:20:20.975" v="28" actId="26606"/>
          <pc:sldLayoutMkLst>
            <pc:docMk/>
            <pc:sldMasterMk cId="1298290680" sldId="2147483788"/>
            <pc:sldLayoutMk cId="946206158" sldId="2147483784"/>
          </pc:sldLayoutMkLst>
        </pc:sldLayoutChg>
        <pc:sldLayoutChg chg="add">
          <pc:chgData name="Oisin Gibson - STUDENT" userId="ed51d723-880b-49b1-825d-dc1bedda07ba" providerId="ADAL" clId="{EDDB1762-DBC6-4255-8F00-AAC25EF48E3C}" dt="2026-03-23T11:20:20.975" v="28" actId="26606"/>
          <pc:sldLayoutMkLst>
            <pc:docMk/>
            <pc:sldMasterMk cId="1298290680" sldId="2147483788"/>
            <pc:sldLayoutMk cId="3799519696" sldId="2147483785"/>
          </pc:sldLayoutMkLst>
        </pc:sldLayoutChg>
        <pc:sldLayoutChg chg="add">
          <pc:chgData name="Oisin Gibson - STUDENT" userId="ed51d723-880b-49b1-825d-dc1bedda07ba" providerId="ADAL" clId="{EDDB1762-DBC6-4255-8F00-AAC25EF48E3C}" dt="2026-03-23T11:20:20.975" v="28" actId="26606"/>
          <pc:sldLayoutMkLst>
            <pc:docMk/>
            <pc:sldMasterMk cId="1298290680" sldId="2147483788"/>
            <pc:sldLayoutMk cId="254995237" sldId="2147483786"/>
          </pc:sldLayoutMkLst>
        </pc:sldLayoutChg>
        <pc:sldLayoutChg chg="add">
          <pc:chgData name="Oisin Gibson - STUDENT" userId="ed51d723-880b-49b1-825d-dc1bedda07ba" providerId="ADAL" clId="{EDDB1762-DBC6-4255-8F00-AAC25EF48E3C}" dt="2026-03-23T11:20:20.975" v="28" actId="26606"/>
          <pc:sldLayoutMkLst>
            <pc:docMk/>
            <pc:sldMasterMk cId="1298290680" sldId="2147483788"/>
            <pc:sldLayoutMk cId="2282928123" sldId="2147483787"/>
          </pc:sldLayoutMkLst>
        </pc:sldLayoutChg>
      </pc:sldMasterChg>
    </pc:docChg>
  </pc:docChgLst>
  <pc:docChgLst>
    <pc:chgData name="Oisin Gibson - STUDENT" userId="ed51d723-880b-49b1-825d-dc1bedda07ba" providerId="ADAL" clId="{E4D07E4E-783C-4601-A338-0E4D6EF743E3}"/>
    <pc:docChg chg="undo custSel addSld modSld">
      <pc:chgData name="Oisin Gibson - STUDENT" userId="ed51d723-880b-49b1-825d-dc1bedda07ba" providerId="ADAL" clId="{E4D07E4E-783C-4601-A338-0E4D6EF743E3}" dt="2026-04-02T22:05:57.413" v="4272"/>
      <pc:docMkLst>
        <pc:docMk/>
      </pc:docMkLst>
      <pc:sldChg chg="modNotesTx">
        <pc:chgData name="Oisin Gibson - STUDENT" userId="ed51d723-880b-49b1-825d-dc1bedda07ba" providerId="ADAL" clId="{E4D07E4E-783C-4601-A338-0E4D6EF743E3}" dt="2026-04-01T17:19:16.447" v="241" actId="20577"/>
        <pc:sldMkLst>
          <pc:docMk/>
          <pc:sldMk cId="683808358" sldId="256"/>
        </pc:sldMkLst>
      </pc:sldChg>
      <pc:sldChg chg="addSp delSp modSp new mod setBg">
        <pc:chgData name="Oisin Gibson - STUDENT" userId="ed51d723-880b-49b1-825d-dc1bedda07ba" providerId="ADAL" clId="{E4D07E4E-783C-4601-A338-0E4D6EF743E3}" dt="2026-04-01T17:12:28.500" v="228" actId="26606"/>
        <pc:sldMkLst>
          <pc:docMk/>
          <pc:sldMk cId="3707191344" sldId="257"/>
        </pc:sldMkLst>
        <pc:spChg chg="mod">
          <ac:chgData name="Oisin Gibson - STUDENT" userId="ed51d723-880b-49b1-825d-dc1bedda07ba" providerId="ADAL" clId="{E4D07E4E-783C-4601-A338-0E4D6EF743E3}" dt="2026-04-01T17:12:28.500" v="228" actId="26606"/>
          <ac:spMkLst>
            <pc:docMk/>
            <pc:sldMk cId="3707191344" sldId="257"/>
            <ac:spMk id="2" creationId="{53C13D43-70C5-CB86-BD3A-75C505F2E01F}"/>
          </ac:spMkLst>
        </pc:spChg>
        <pc:spChg chg="mod">
          <ac:chgData name="Oisin Gibson - STUDENT" userId="ed51d723-880b-49b1-825d-dc1bedda07ba" providerId="ADAL" clId="{E4D07E4E-783C-4601-A338-0E4D6EF743E3}" dt="2026-04-01T17:12:28.500" v="228" actId="26606"/>
          <ac:spMkLst>
            <pc:docMk/>
            <pc:sldMk cId="3707191344" sldId="257"/>
            <ac:spMk id="3" creationId="{9B7429E4-8084-25F6-EB52-A12DA2060D42}"/>
          </ac:spMkLst>
        </pc:spChg>
        <pc:spChg chg="add del">
          <ac:chgData name="Oisin Gibson - STUDENT" userId="ed51d723-880b-49b1-825d-dc1bedda07ba" providerId="ADAL" clId="{E4D07E4E-783C-4601-A338-0E4D6EF743E3}" dt="2026-04-01T17:12:28.478" v="227" actId="26606"/>
          <ac:spMkLst>
            <pc:docMk/>
            <pc:sldMk cId="3707191344" sldId="257"/>
            <ac:spMk id="8" creationId="{3741B58E-3B65-4A01-A276-975AB2CF8A08}"/>
          </ac:spMkLst>
        </pc:spChg>
        <pc:spChg chg="add del">
          <ac:chgData name="Oisin Gibson - STUDENT" userId="ed51d723-880b-49b1-825d-dc1bedda07ba" providerId="ADAL" clId="{E4D07E4E-783C-4601-A338-0E4D6EF743E3}" dt="2026-04-01T17:12:28.478" v="227" actId="26606"/>
          <ac:spMkLst>
            <pc:docMk/>
            <pc:sldMk cId="3707191344" sldId="257"/>
            <ac:spMk id="10" creationId="{7AAC67C3-831B-4AB1-A259-DFB839CAFAFC}"/>
          </ac:spMkLst>
        </pc:spChg>
        <pc:spChg chg="add">
          <ac:chgData name="Oisin Gibson - STUDENT" userId="ed51d723-880b-49b1-825d-dc1bedda07ba" providerId="ADAL" clId="{E4D07E4E-783C-4601-A338-0E4D6EF743E3}" dt="2026-04-01T17:12:28.500" v="228" actId="26606"/>
          <ac:spMkLst>
            <pc:docMk/>
            <pc:sldMk cId="3707191344" sldId="257"/>
            <ac:spMk id="13" creationId="{08CB54FC-0B2A-4107-9A70-958B90B76585}"/>
          </ac:spMkLst>
        </pc:spChg>
        <pc:spChg chg="add">
          <ac:chgData name="Oisin Gibson - STUDENT" userId="ed51d723-880b-49b1-825d-dc1bedda07ba" providerId="ADAL" clId="{E4D07E4E-783C-4601-A338-0E4D6EF743E3}" dt="2026-04-01T17:12:28.500" v="228" actId="26606"/>
          <ac:spMkLst>
            <pc:docMk/>
            <pc:sldMk cId="3707191344" sldId="257"/>
            <ac:spMk id="14" creationId="{9AA76026-5689-4584-8D93-D71D739E61B5}"/>
          </ac:spMkLst>
        </pc:spChg>
        <pc:picChg chg="add">
          <ac:chgData name="Oisin Gibson - STUDENT" userId="ed51d723-880b-49b1-825d-dc1bedda07ba" providerId="ADAL" clId="{E4D07E4E-783C-4601-A338-0E4D6EF743E3}" dt="2026-04-01T17:12:28.500" v="228" actId="26606"/>
          <ac:picMkLst>
            <pc:docMk/>
            <pc:sldMk cId="3707191344" sldId="257"/>
            <ac:picMk id="7" creationId="{6FD7E81D-C991-062D-B806-1E785E079D01}"/>
          </ac:picMkLst>
        </pc:picChg>
        <pc:cxnChg chg="add">
          <ac:chgData name="Oisin Gibson - STUDENT" userId="ed51d723-880b-49b1-825d-dc1bedda07ba" providerId="ADAL" clId="{E4D07E4E-783C-4601-A338-0E4D6EF743E3}" dt="2026-04-01T17:12:28.500" v="228" actId="26606"/>
          <ac:cxnSpMkLst>
            <pc:docMk/>
            <pc:sldMk cId="3707191344" sldId="257"/>
            <ac:cxnSpMk id="12" creationId="{7855A9B5-1710-4B19-B0F1-CDFDD4ED5B7E}"/>
          </ac:cxnSpMkLst>
        </pc:cxnChg>
      </pc:sldChg>
      <pc:sldChg chg="addSp modSp new mod setBg">
        <pc:chgData name="Oisin Gibson - STUDENT" userId="ed51d723-880b-49b1-825d-dc1bedda07ba" providerId="ADAL" clId="{E4D07E4E-783C-4601-A338-0E4D6EF743E3}" dt="2026-04-01T23:13:21.796" v="3625" actId="26606"/>
        <pc:sldMkLst>
          <pc:docMk/>
          <pc:sldMk cId="1530753048" sldId="258"/>
        </pc:sldMkLst>
        <pc:spChg chg="mod">
          <ac:chgData name="Oisin Gibson - STUDENT" userId="ed51d723-880b-49b1-825d-dc1bedda07ba" providerId="ADAL" clId="{E4D07E4E-783C-4601-A338-0E4D6EF743E3}" dt="2026-04-01T23:13:21.796" v="3625" actId="26606"/>
          <ac:spMkLst>
            <pc:docMk/>
            <pc:sldMk cId="1530753048" sldId="258"/>
            <ac:spMk id="2" creationId="{BEA0C525-0C31-7C44-47A4-38918068CB02}"/>
          </ac:spMkLst>
        </pc:spChg>
        <pc:spChg chg="mod">
          <ac:chgData name="Oisin Gibson - STUDENT" userId="ed51d723-880b-49b1-825d-dc1bedda07ba" providerId="ADAL" clId="{E4D07E4E-783C-4601-A338-0E4D6EF743E3}" dt="2026-04-01T23:13:21.796" v="3625" actId="26606"/>
          <ac:spMkLst>
            <pc:docMk/>
            <pc:sldMk cId="1530753048" sldId="258"/>
            <ac:spMk id="3" creationId="{4A1FD54D-B448-F76B-CFB6-B6A432CEDACE}"/>
          </ac:spMkLst>
        </pc:spChg>
        <pc:spChg chg="add">
          <ac:chgData name="Oisin Gibson - STUDENT" userId="ed51d723-880b-49b1-825d-dc1bedda07ba" providerId="ADAL" clId="{E4D07E4E-783C-4601-A338-0E4D6EF743E3}" dt="2026-04-01T23:13:21.796" v="3625" actId="26606"/>
          <ac:spMkLst>
            <pc:docMk/>
            <pc:sldMk cId="1530753048" sldId="258"/>
            <ac:spMk id="10" creationId="{13BCCAE5-A35B-4B66-A4A7-E23C34A403A4}"/>
          </ac:spMkLst>
        </pc:spChg>
        <pc:spChg chg="add">
          <ac:chgData name="Oisin Gibson - STUDENT" userId="ed51d723-880b-49b1-825d-dc1bedda07ba" providerId="ADAL" clId="{E4D07E4E-783C-4601-A338-0E4D6EF743E3}" dt="2026-04-01T23:13:21.796" v="3625" actId="26606"/>
          <ac:spMkLst>
            <pc:docMk/>
            <pc:sldMk cId="1530753048" sldId="258"/>
            <ac:spMk id="14" creationId="{0B2EDFE5-9478-4774-9D3D-FEC7DC7082EF}"/>
          </ac:spMkLst>
        </pc:spChg>
        <pc:picChg chg="add">
          <ac:chgData name="Oisin Gibson - STUDENT" userId="ed51d723-880b-49b1-825d-dc1bedda07ba" providerId="ADAL" clId="{E4D07E4E-783C-4601-A338-0E4D6EF743E3}" dt="2026-04-01T23:13:21.796" v="3625" actId="26606"/>
          <ac:picMkLst>
            <pc:docMk/>
            <pc:sldMk cId="1530753048" sldId="258"/>
            <ac:picMk id="7" creationId="{AE1A61AF-6CE1-B56E-B237-5AE28E61A778}"/>
          </ac:picMkLst>
        </pc:picChg>
        <pc:cxnChg chg="add">
          <ac:chgData name="Oisin Gibson - STUDENT" userId="ed51d723-880b-49b1-825d-dc1bedda07ba" providerId="ADAL" clId="{E4D07E4E-783C-4601-A338-0E4D6EF743E3}" dt="2026-04-01T23:13:21.796" v="3625" actId="26606"/>
          <ac:cxnSpMkLst>
            <pc:docMk/>
            <pc:sldMk cId="1530753048" sldId="258"/>
            <ac:cxnSpMk id="12" creationId="{6987BDFB-DE64-4B56-B44F-45FAE19FA94E}"/>
          </ac:cxnSpMkLst>
        </pc:cxnChg>
      </pc:sldChg>
      <pc:sldChg chg="addSp delSp modSp new mod setBg">
        <pc:chgData name="Oisin Gibson - STUDENT" userId="ed51d723-880b-49b1-825d-dc1bedda07ba" providerId="ADAL" clId="{E4D07E4E-783C-4601-A338-0E4D6EF743E3}" dt="2026-04-02T21:57:22.934" v="3935" actId="20577"/>
        <pc:sldMkLst>
          <pc:docMk/>
          <pc:sldMk cId="739440231" sldId="259"/>
        </pc:sldMkLst>
        <pc:spChg chg="mod">
          <ac:chgData name="Oisin Gibson - STUDENT" userId="ed51d723-880b-49b1-825d-dc1bedda07ba" providerId="ADAL" clId="{E4D07E4E-783C-4601-A338-0E4D6EF743E3}" dt="2026-04-01T23:14:59.407" v="3826" actId="26606"/>
          <ac:spMkLst>
            <pc:docMk/>
            <pc:sldMk cId="739440231" sldId="259"/>
            <ac:spMk id="2" creationId="{BB9B15F9-11AB-5B94-6A90-E92D74929511}"/>
          </ac:spMkLst>
        </pc:spChg>
        <pc:spChg chg="add del mod">
          <ac:chgData name="Oisin Gibson - STUDENT" userId="ed51d723-880b-49b1-825d-dc1bedda07ba" providerId="ADAL" clId="{E4D07E4E-783C-4601-A338-0E4D6EF743E3}" dt="2026-04-01T23:14:59.407" v="3826" actId="26606"/>
          <ac:spMkLst>
            <pc:docMk/>
            <pc:sldMk cId="739440231" sldId="259"/>
            <ac:spMk id="3" creationId="{2EC3BF7F-50E9-339A-3BB4-389BB1040032}"/>
          </ac:spMkLst>
        </pc:spChg>
        <pc:spChg chg="add mod">
          <ac:chgData name="Oisin Gibson - STUDENT" userId="ed51d723-880b-49b1-825d-dc1bedda07ba" providerId="ADAL" clId="{E4D07E4E-783C-4601-A338-0E4D6EF743E3}" dt="2026-04-02T21:57:22.934" v="3935" actId="20577"/>
          <ac:spMkLst>
            <pc:docMk/>
            <pc:sldMk cId="739440231" sldId="259"/>
            <ac:spMk id="7" creationId="{2EC3BF7F-50E9-339A-3BB4-389BB1040032}"/>
          </ac:spMkLst>
        </pc:spChg>
        <pc:spChg chg="add">
          <ac:chgData name="Oisin Gibson - STUDENT" userId="ed51d723-880b-49b1-825d-dc1bedda07ba" providerId="ADAL" clId="{E4D07E4E-783C-4601-A338-0E4D6EF743E3}" dt="2026-04-01T23:14:59.407" v="3826" actId="26606"/>
          <ac:spMkLst>
            <pc:docMk/>
            <pc:sldMk cId="739440231" sldId="259"/>
            <ac:spMk id="8" creationId="{C8DD82D3-D002-45B0-B16A-82B3DA4EFDDB}"/>
          </ac:spMkLst>
        </pc:spChg>
        <pc:spChg chg="add">
          <ac:chgData name="Oisin Gibson - STUDENT" userId="ed51d723-880b-49b1-825d-dc1bedda07ba" providerId="ADAL" clId="{E4D07E4E-783C-4601-A338-0E4D6EF743E3}" dt="2026-04-01T23:14:59.407" v="3826" actId="26606"/>
          <ac:spMkLst>
            <pc:docMk/>
            <pc:sldMk cId="739440231" sldId="259"/>
            <ac:spMk id="12" creationId="{14552793-7DFF-4EC7-AC69-D34A75D01880}"/>
          </ac:spMkLst>
        </pc:spChg>
        <pc:graphicFrameChg chg="add del">
          <ac:chgData name="Oisin Gibson - STUDENT" userId="ed51d723-880b-49b1-825d-dc1bedda07ba" providerId="ADAL" clId="{E4D07E4E-783C-4601-A338-0E4D6EF743E3}" dt="2026-04-01T23:14:59.398" v="3825" actId="26606"/>
          <ac:graphicFrameMkLst>
            <pc:docMk/>
            <pc:sldMk cId="739440231" sldId="259"/>
            <ac:graphicFrameMk id="5" creationId="{695C74A1-2FBE-E43C-1C1C-0A193229031A}"/>
          </ac:graphicFrameMkLst>
        </pc:graphicFrameChg>
        <pc:cxnChg chg="add">
          <ac:chgData name="Oisin Gibson - STUDENT" userId="ed51d723-880b-49b1-825d-dc1bedda07ba" providerId="ADAL" clId="{E4D07E4E-783C-4601-A338-0E4D6EF743E3}" dt="2026-04-01T23:14:59.407" v="3826" actId="26606"/>
          <ac:cxnSpMkLst>
            <pc:docMk/>
            <pc:sldMk cId="739440231" sldId="259"/>
            <ac:cxnSpMk id="10" creationId="{9F09C252-16FE-4557-AD6D-BB5CA773496C}"/>
          </ac:cxnSpMkLst>
        </pc:cxnChg>
      </pc:sldChg>
      <pc:sldChg chg="addSp delSp modSp new mod setBg">
        <pc:chgData name="Oisin Gibson - STUDENT" userId="ed51d723-880b-49b1-825d-dc1bedda07ba" providerId="ADAL" clId="{E4D07E4E-783C-4601-A338-0E4D6EF743E3}" dt="2026-04-01T23:16:18.735" v="3933" actId="27636"/>
        <pc:sldMkLst>
          <pc:docMk/>
          <pc:sldMk cId="1168005178" sldId="260"/>
        </pc:sldMkLst>
        <pc:spChg chg="mod">
          <ac:chgData name="Oisin Gibson - STUDENT" userId="ed51d723-880b-49b1-825d-dc1bedda07ba" providerId="ADAL" clId="{E4D07E4E-783C-4601-A338-0E4D6EF743E3}" dt="2026-04-01T18:11:53.155" v="1200" actId="26606"/>
          <ac:spMkLst>
            <pc:docMk/>
            <pc:sldMk cId="1168005178" sldId="260"/>
            <ac:spMk id="2" creationId="{DB504DB2-4949-287F-5DF6-AC73E4BEE7A6}"/>
          </ac:spMkLst>
        </pc:spChg>
        <pc:spChg chg="add del mod">
          <ac:chgData name="Oisin Gibson - STUDENT" userId="ed51d723-880b-49b1-825d-dc1bedda07ba" providerId="ADAL" clId="{E4D07E4E-783C-4601-A338-0E4D6EF743E3}" dt="2026-04-01T23:16:18.735" v="3933" actId="27636"/>
          <ac:spMkLst>
            <pc:docMk/>
            <pc:sldMk cId="1168005178" sldId="260"/>
            <ac:spMk id="3" creationId="{096D4618-572C-C744-F0FF-0A30B0043D8E}"/>
          </ac:spMkLst>
        </pc:spChg>
        <pc:spChg chg="add del">
          <ac:chgData name="Oisin Gibson - STUDENT" userId="ed51d723-880b-49b1-825d-dc1bedda07ba" providerId="ADAL" clId="{E4D07E4E-783C-4601-A338-0E4D6EF743E3}" dt="2026-04-01T23:16:08.642" v="3931" actId="26606"/>
          <ac:spMkLst>
            <pc:docMk/>
            <pc:sldMk cId="1168005178" sldId="260"/>
            <ac:spMk id="14" creationId="{F64BBAA4-C62B-4146-B49F-FE4CC4655EE0}"/>
          </ac:spMkLst>
        </pc:spChg>
        <pc:spChg chg="add del">
          <ac:chgData name="Oisin Gibson - STUDENT" userId="ed51d723-880b-49b1-825d-dc1bedda07ba" providerId="ADAL" clId="{E4D07E4E-783C-4601-A338-0E4D6EF743E3}" dt="2026-04-01T23:16:08.642" v="3931" actId="26606"/>
          <ac:spMkLst>
            <pc:docMk/>
            <pc:sldMk cId="1168005178" sldId="260"/>
            <ac:spMk id="18" creationId="{6BF36B24-6632-4516-9692-731462896C1F}"/>
          </ac:spMkLst>
        </pc:spChg>
        <pc:spChg chg="add">
          <ac:chgData name="Oisin Gibson - STUDENT" userId="ed51d723-880b-49b1-825d-dc1bedda07ba" providerId="ADAL" clId="{E4D07E4E-783C-4601-A338-0E4D6EF743E3}" dt="2026-04-01T23:16:08.642" v="3931" actId="26606"/>
          <ac:spMkLst>
            <pc:docMk/>
            <pc:sldMk cId="1168005178" sldId="260"/>
            <ac:spMk id="23" creationId="{F64BBAA4-C62B-4146-B49F-FE4CC4655EE0}"/>
          </ac:spMkLst>
        </pc:spChg>
        <pc:spChg chg="add">
          <ac:chgData name="Oisin Gibson - STUDENT" userId="ed51d723-880b-49b1-825d-dc1bedda07ba" providerId="ADAL" clId="{E4D07E4E-783C-4601-A338-0E4D6EF743E3}" dt="2026-04-01T23:16:08.642" v="3931" actId="26606"/>
          <ac:spMkLst>
            <pc:docMk/>
            <pc:sldMk cId="1168005178" sldId="260"/>
            <ac:spMk id="27" creationId="{6BF36B24-6632-4516-9692-731462896C1F}"/>
          </ac:spMkLst>
        </pc:spChg>
        <pc:picChg chg="add del mod ord">
          <ac:chgData name="Oisin Gibson - STUDENT" userId="ed51d723-880b-49b1-825d-dc1bedda07ba" providerId="ADAL" clId="{E4D07E4E-783C-4601-A338-0E4D6EF743E3}" dt="2026-04-01T18:08:35.061" v="924" actId="22"/>
          <ac:picMkLst>
            <pc:docMk/>
            <pc:sldMk cId="1168005178" sldId="260"/>
            <ac:picMk id="5" creationId="{9DB1AED5-FDEC-1A04-F37F-BD8382029504}"/>
          </ac:picMkLst>
        </pc:picChg>
        <pc:picChg chg="add del">
          <ac:chgData name="Oisin Gibson - STUDENT" userId="ed51d723-880b-49b1-825d-dc1bedda07ba" providerId="ADAL" clId="{E4D07E4E-783C-4601-A338-0E4D6EF743E3}" dt="2026-04-01T18:09:02.769" v="979" actId="22"/>
          <ac:picMkLst>
            <pc:docMk/>
            <pc:sldMk cId="1168005178" sldId="260"/>
            <ac:picMk id="7" creationId="{78088643-0FAC-9392-7BA2-ACDC8FC87F8E}"/>
          </ac:picMkLst>
        </pc:picChg>
        <pc:picChg chg="add mod">
          <ac:chgData name="Oisin Gibson - STUDENT" userId="ed51d723-880b-49b1-825d-dc1bedda07ba" providerId="ADAL" clId="{E4D07E4E-783C-4601-A338-0E4D6EF743E3}" dt="2026-04-01T18:11:53.155" v="1200" actId="26606"/>
          <ac:picMkLst>
            <pc:docMk/>
            <pc:sldMk cId="1168005178" sldId="260"/>
            <ac:picMk id="9" creationId="{E0E7ADA3-7338-CF23-B6D1-39BC168027EF}"/>
          </ac:picMkLst>
        </pc:picChg>
        <pc:cxnChg chg="add del">
          <ac:chgData name="Oisin Gibson - STUDENT" userId="ed51d723-880b-49b1-825d-dc1bedda07ba" providerId="ADAL" clId="{E4D07E4E-783C-4601-A338-0E4D6EF743E3}" dt="2026-04-01T23:16:08.642" v="3931" actId="26606"/>
          <ac:cxnSpMkLst>
            <pc:docMk/>
            <pc:sldMk cId="1168005178" sldId="260"/>
            <ac:cxnSpMk id="16" creationId="{EEB57AA8-F021-480C-A9E2-F89913313611}"/>
          </ac:cxnSpMkLst>
        </pc:cxnChg>
        <pc:cxnChg chg="add">
          <ac:chgData name="Oisin Gibson - STUDENT" userId="ed51d723-880b-49b1-825d-dc1bedda07ba" providerId="ADAL" clId="{E4D07E4E-783C-4601-A338-0E4D6EF743E3}" dt="2026-04-01T23:16:08.642" v="3931" actId="26606"/>
          <ac:cxnSpMkLst>
            <pc:docMk/>
            <pc:sldMk cId="1168005178" sldId="260"/>
            <ac:cxnSpMk id="25" creationId="{EEB57AA8-F021-480C-A9E2-F89913313611}"/>
          </ac:cxnSpMkLst>
        </pc:cxnChg>
      </pc:sldChg>
      <pc:sldChg chg="addSp delSp modSp new mod setBg">
        <pc:chgData name="Oisin Gibson - STUDENT" userId="ed51d723-880b-49b1-825d-dc1bedda07ba" providerId="ADAL" clId="{E4D07E4E-783C-4601-A338-0E4D6EF743E3}" dt="2026-04-02T22:01:00.567" v="4135" actId="20577"/>
        <pc:sldMkLst>
          <pc:docMk/>
          <pc:sldMk cId="1646771041" sldId="261"/>
        </pc:sldMkLst>
        <pc:spChg chg="mod">
          <ac:chgData name="Oisin Gibson - STUDENT" userId="ed51d723-880b-49b1-825d-dc1bedda07ba" providerId="ADAL" clId="{E4D07E4E-783C-4601-A338-0E4D6EF743E3}" dt="2026-04-01T21:26:30.021" v="1941" actId="26606"/>
          <ac:spMkLst>
            <pc:docMk/>
            <pc:sldMk cId="1646771041" sldId="261"/>
            <ac:spMk id="2" creationId="{BF6377B3-0A57-6798-B808-C1C8CE9BEE52}"/>
          </ac:spMkLst>
        </pc:spChg>
        <pc:spChg chg="mod ord">
          <ac:chgData name="Oisin Gibson - STUDENT" userId="ed51d723-880b-49b1-825d-dc1bedda07ba" providerId="ADAL" clId="{E4D07E4E-783C-4601-A338-0E4D6EF743E3}" dt="2026-04-02T22:01:00.567" v="4135" actId="20577"/>
          <ac:spMkLst>
            <pc:docMk/>
            <pc:sldMk cId="1646771041" sldId="261"/>
            <ac:spMk id="3" creationId="{FF9EF805-2F70-CC67-F482-42EA512E4F8F}"/>
          </ac:spMkLst>
        </pc:spChg>
        <pc:spChg chg="add del">
          <ac:chgData name="Oisin Gibson - STUDENT" userId="ed51d723-880b-49b1-825d-dc1bedda07ba" providerId="ADAL" clId="{E4D07E4E-783C-4601-A338-0E4D6EF743E3}" dt="2026-04-01T21:26:25.921" v="1936" actId="26606"/>
          <ac:spMkLst>
            <pc:docMk/>
            <pc:sldMk cId="1646771041" sldId="261"/>
            <ac:spMk id="10" creationId="{5E0A8391-2737-4F1C-B27A-C44629DB4D33}"/>
          </ac:spMkLst>
        </pc:spChg>
        <pc:spChg chg="add del">
          <ac:chgData name="Oisin Gibson - STUDENT" userId="ed51d723-880b-49b1-825d-dc1bedda07ba" providerId="ADAL" clId="{E4D07E4E-783C-4601-A338-0E4D6EF743E3}" dt="2026-04-01T21:26:25.921" v="1936" actId="26606"/>
          <ac:spMkLst>
            <pc:docMk/>
            <pc:sldMk cId="1646771041" sldId="261"/>
            <ac:spMk id="12" creationId="{ED5EC01C-B438-4398-919E-A345C83EDAC9}"/>
          </ac:spMkLst>
        </pc:spChg>
        <pc:spChg chg="add del">
          <ac:chgData name="Oisin Gibson - STUDENT" userId="ed51d723-880b-49b1-825d-dc1bedda07ba" providerId="ADAL" clId="{E4D07E4E-783C-4601-A338-0E4D6EF743E3}" dt="2026-04-01T21:26:27.581" v="1938" actId="26606"/>
          <ac:spMkLst>
            <pc:docMk/>
            <pc:sldMk cId="1646771041" sldId="261"/>
            <ac:spMk id="14" creationId="{CB06839E-D8C3-4A74-BA2B-3B97E7B2CDB5}"/>
          </ac:spMkLst>
        </pc:spChg>
        <pc:spChg chg="add del">
          <ac:chgData name="Oisin Gibson - STUDENT" userId="ed51d723-880b-49b1-825d-dc1bedda07ba" providerId="ADAL" clId="{E4D07E4E-783C-4601-A338-0E4D6EF743E3}" dt="2026-04-01T21:26:27.581" v="1938" actId="26606"/>
          <ac:spMkLst>
            <pc:docMk/>
            <pc:sldMk cId="1646771041" sldId="261"/>
            <ac:spMk id="15" creationId="{13BCCAE5-A35B-4B66-A4A7-E23C34A403A4}"/>
          </ac:spMkLst>
        </pc:spChg>
        <pc:spChg chg="add del">
          <ac:chgData name="Oisin Gibson - STUDENT" userId="ed51d723-880b-49b1-825d-dc1bedda07ba" providerId="ADAL" clId="{E4D07E4E-783C-4601-A338-0E4D6EF743E3}" dt="2026-04-01T21:26:30.015" v="1940" actId="26606"/>
          <ac:spMkLst>
            <pc:docMk/>
            <pc:sldMk cId="1646771041" sldId="261"/>
            <ac:spMk id="18" creationId="{08CB54FC-0B2A-4107-9A70-958B90B76585}"/>
          </ac:spMkLst>
        </pc:spChg>
        <pc:spChg chg="add del">
          <ac:chgData name="Oisin Gibson - STUDENT" userId="ed51d723-880b-49b1-825d-dc1bedda07ba" providerId="ADAL" clId="{E4D07E4E-783C-4601-A338-0E4D6EF743E3}" dt="2026-04-01T21:26:30.015" v="1940" actId="26606"/>
          <ac:spMkLst>
            <pc:docMk/>
            <pc:sldMk cId="1646771041" sldId="261"/>
            <ac:spMk id="20" creationId="{9AA76026-5689-4584-8D93-D71D739E61B5}"/>
          </ac:spMkLst>
        </pc:spChg>
        <pc:spChg chg="add">
          <ac:chgData name="Oisin Gibson - STUDENT" userId="ed51d723-880b-49b1-825d-dc1bedda07ba" providerId="ADAL" clId="{E4D07E4E-783C-4601-A338-0E4D6EF743E3}" dt="2026-04-01T21:26:30.021" v="1941" actId="26606"/>
          <ac:spMkLst>
            <pc:docMk/>
            <pc:sldMk cId="1646771041" sldId="261"/>
            <ac:spMk id="22" creationId="{0AB6E427-3F73-4C06-A5D5-AE52C3883B50}"/>
          </ac:spMkLst>
        </pc:spChg>
        <pc:spChg chg="add">
          <ac:chgData name="Oisin Gibson - STUDENT" userId="ed51d723-880b-49b1-825d-dc1bedda07ba" providerId="ADAL" clId="{E4D07E4E-783C-4601-A338-0E4D6EF743E3}" dt="2026-04-01T21:26:30.021" v="1941" actId="26606"/>
          <ac:spMkLst>
            <pc:docMk/>
            <pc:sldMk cId="1646771041" sldId="261"/>
            <ac:spMk id="23" creationId="{D8C9BDAA-0390-4B39-9B5C-BC95E5120DA4}"/>
          </ac:spMkLst>
        </pc:spChg>
        <pc:picChg chg="add mod">
          <ac:chgData name="Oisin Gibson - STUDENT" userId="ed51d723-880b-49b1-825d-dc1bedda07ba" providerId="ADAL" clId="{E4D07E4E-783C-4601-A338-0E4D6EF743E3}" dt="2026-04-01T21:26:30.021" v="1941" actId="26606"/>
          <ac:picMkLst>
            <pc:docMk/>
            <pc:sldMk cId="1646771041" sldId="261"/>
            <ac:picMk id="5" creationId="{ED00F3F8-A272-C845-7570-531E52190ED9}"/>
          </ac:picMkLst>
        </pc:picChg>
        <pc:cxnChg chg="add del">
          <ac:chgData name="Oisin Gibson - STUDENT" userId="ed51d723-880b-49b1-825d-dc1bedda07ba" providerId="ADAL" clId="{E4D07E4E-783C-4601-A338-0E4D6EF743E3}" dt="2026-04-01T21:26:27.581" v="1938" actId="26606"/>
          <ac:cxnSpMkLst>
            <pc:docMk/>
            <pc:sldMk cId="1646771041" sldId="261"/>
            <ac:cxnSpMk id="16" creationId="{6987BDFB-DE64-4B56-B44F-45FAE19FA94E}"/>
          </ac:cxnSpMkLst>
        </pc:cxnChg>
        <pc:cxnChg chg="add del">
          <ac:chgData name="Oisin Gibson - STUDENT" userId="ed51d723-880b-49b1-825d-dc1bedda07ba" providerId="ADAL" clId="{E4D07E4E-783C-4601-A338-0E4D6EF743E3}" dt="2026-04-01T21:26:30.015" v="1940" actId="26606"/>
          <ac:cxnSpMkLst>
            <pc:docMk/>
            <pc:sldMk cId="1646771041" sldId="261"/>
            <ac:cxnSpMk id="19" creationId="{7855A9B5-1710-4B19-B0F1-CDFDD4ED5B7E}"/>
          </ac:cxnSpMkLst>
        </pc:cxnChg>
        <pc:cxnChg chg="add">
          <ac:chgData name="Oisin Gibson - STUDENT" userId="ed51d723-880b-49b1-825d-dc1bedda07ba" providerId="ADAL" clId="{E4D07E4E-783C-4601-A338-0E4D6EF743E3}" dt="2026-04-01T21:26:30.021" v="1941" actId="26606"/>
          <ac:cxnSpMkLst>
            <pc:docMk/>
            <pc:sldMk cId="1646771041" sldId="261"/>
            <ac:cxnSpMk id="24" creationId="{E04A321A-A039-4720-87B4-66A4210E0D57}"/>
          </ac:cxnSpMkLst>
        </pc:cxnChg>
      </pc:sldChg>
      <pc:sldChg chg="addSp modSp new mod setBg modNotesTx">
        <pc:chgData name="Oisin Gibson - STUDENT" userId="ed51d723-880b-49b1-825d-dc1bedda07ba" providerId="ADAL" clId="{E4D07E4E-783C-4601-A338-0E4D6EF743E3}" dt="2026-04-02T22:02:52.951" v="4137" actId="20577"/>
        <pc:sldMkLst>
          <pc:docMk/>
          <pc:sldMk cId="1851383472" sldId="262"/>
        </pc:sldMkLst>
        <pc:spChg chg="mod">
          <ac:chgData name="Oisin Gibson - STUDENT" userId="ed51d723-880b-49b1-825d-dc1bedda07ba" providerId="ADAL" clId="{E4D07E4E-783C-4601-A338-0E4D6EF743E3}" dt="2026-04-01T22:59:47.931" v="3216" actId="26606"/>
          <ac:spMkLst>
            <pc:docMk/>
            <pc:sldMk cId="1851383472" sldId="262"/>
            <ac:spMk id="2" creationId="{E577B6D4-93F3-E733-9A6D-4DE315BE572E}"/>
          </ac:spMkLst>
        </pc:spChg>
        <pc:spChg chg="mod">
          <ac:chgData name="Oisin Gibson - STUDENT" userId="ed51d723-880b-49b1-825d-dc1bedda07ba" providerId="ADAL" clId="{E4D07E4E-783C-4601-A338-0E4D6EF743E3}" dt="2026-04-01T22:59:47.931" v="3216" actId="26606"/>
          <ac:spMkLst>
            <pc:docMk/>
            <pc:sldMk cId="1851383472" sldId="262"/>
            <ac:spMk id="3" creationId="{11E091A5-6AE1-7386-62F4-CD831EAE2C1C}"/>
          </ac:spMkLst>
        </pc:spChg>
        <pc:spChg chg="add">
          <ac:chgData name="Oisin Gibson - STUDENT" userId="ed51d723-880b-49b1-825d-dc1bedda07ba" providerId="ADAL" clId="{E4D07E4E-783C-4601-A338-0E4D6EF743E3}" dt="2026-04-01T22:59:47.931" v="3216" actId="26606"/>
          <ac:spMkLst>
            <pc:docMk/>
            <pc:sldMk cId="1851383472" sldId="262"/>
            <ac:spMk id="10" creationId="{13BCCAE5-A35B-4B66-A4A7-E23C34A403A4}"/>
          </ac:spMkLst>
        </pc:spChg>
        <pc:spChg chg="add">
          <ac:chgData name="Oisin Gibson - STUDENT" userId="ed51d723-880b-49b1-825d-dc1bedda07ba" providerId="ADAL" clId="{E4D07E4E-783C-4601-A338-0E4D6EF743E3}" dt="2026-04-01T22:59:47.931" v="3216" actId="26606"/>
          <ac:spMkLst>
            <pc:docMk/>
            <pc:sldMk cId="1851383472" sldId="262"/>
            <ac:spMk id="14" creationId="{0B2EDFE5-9478-4774-9D3D-FEC7DC7082EF}"/>
          </ac:spMkLst>
        </pc:spChg>
        <pc:picChg chg="add">
          <ac:chgData name="Oisin Gibson - STUDENT" userId="ed51d723-880b-49b1-825d-dc1bedda07ba" providerId="ADAL" clId="{E4D07E4E-783C-4601-A338-0E4D6EF743E3}" dt="2026-04-01T22:59:47.931" v="3216" actId="26606"/>
          <ac:picMkLst>
            <pc:docMk/>
            <pc:sldMk cId="1851383472" sldId="262"/>
            <ac:picMk id="7" creationId="{7D22D63D-21E6-E2C7-A528-A5C63AC41C49}"/>
          </ac:picMkLst>
        </pc:picChg>
        <pc:cxnChg chg="add">
          <ac:chgData name="Oisin Gibson - STUDENT" userId="ed51d723-880b-49b1-825d-dc1bedda07ba" providerId="ADAL" clId="{E4D07E4E-783C-4601-A338-0E4D6EF743E3}" dt="2026-04-01T22:59:47.931" v="3216" actId="26606"/>
          <ac:cxnSpMkLst>
            <pc:docMk/>
            <pc:sldMk cId="1851383472" sldId="262"/>
            <ac:cxnSpMk id="12" creationId="{6987BDFB-DE64-4B56-B44F-45FAE19FA94E}"/>
          </ac:cxnSpMkLst>
        </pc:cxnChg>
      </pc:sldChg>
      <pc:sldChg chg="addSp modSp new mod setBg modNotesTx">
        <pc:chgData name="Oisin Gibson - STUDENT" userId="ed51d723-880b-49b1-825d-dc1bedda07ba" providerId="ADAL" clId="{E4D07E4E-783C-4601-A338-0E4D6EF743E3}" dt="2026-04-02T22:04:40.380" v="4264" actId="20577"/>
        <pc:sldMkLst>
          <pc:docMk/>
          <pc:sldMk cId="296928369" sldId="263"/>
        </pc:sldMkLst>
        <pc:spChg chg="mod">
          <ac:chgData name="Oisin Gibson - STUDENT" userId="ed51d723-880b-49b1-825d-dc1bedda07ba" providerId="ADAL" clId="{E4D07E4E-783C-4601-A338-0E4D6EF743E3}" dt="2026-04-01T22:59:54.769" v="3217" actId="26606"/>
          <ac:spMkLst>
            <pc:docMk/>
            <pc:sldMk cId="296928369" sldId="263"/>
            <ac:spMk id="2" creationId="{95E92749-0593-0133-C363-0C7BA513EA68}"/>
          </ac:spMkLst>
        </pc:spChg>
        <pc:spChg chg="mod">
          <ac:chgData name="Oisin Gibson - STUDENT" userId="ed51d723-880b-49b1-825d-dc1bedda07ba" providerId="ADAL" clId="{E4D07E4E-783C-4601-A338-0E4D6EF743E3}" dt="2026-04-02T22:04:21.667" v="4263" actId="20577"/>
          <ac:spMkLst>
            <pc:docMk/>
            <pc:sldMk cId="296928369" sldId="263"/>
            <ac:spMk id="3" creationId="{C771974F-5BAC-4615-3073-7EE97BB8EB71}"/>
          </ac:spMkLst>
        </pc:spChg>
        <pc:spChg chg="add">
          <ac:chgData name="Oisin Gibson - STUDENT" userId="ed51d723-880b-49b1-825d-dc1bedda07ba" providerId="ADAL" clId="{E4D07E4E-783C-4601-A338-0E4D6EF743E3}" dt="2026-04-01T22:59:54.769" v="3217" actId="26606"/>
          <ac:spMkLst>
            <pc:docMk/>
            <pc:sldMk cId="296928369" sldId="263"/>
            <ac:spMk id="8" creationId="{3558DB37-9FEE-48A2-8578-ED0401573943}"/>
          </ac:spMkLst>
        </pc:spChg>
        <pc:spChg chg="add">
          <ac:chgData name="Oisin Gibson - STUDENT" userId="ed51d723-880b-49b1-825d-dc1bedda07ba" providerId="ADAL" clId="{E4D07E4E-783C-4601-A338-0E4D6EF743E3}" dt="2026-04-01T22:59:54.769" v="3217" actId="26606"/>
          <ac:spMkLst>
            <pc:docMk/>
            <pc:sldMk cId="296928369" sldId="263"/>
            <ac:spMk id="10" creationId="{5F7FCCA6-00E2-4F74-A105-0D769872F243}"/>
          </ac:spMkLst>
        </pc:spChg>
        <pc:spChg chg="add">
          <ac:chgData name="Oisin Gibson - STUDENT" userId="ed51d723-880b-49b1-825d-dc1bedda07ba" providerId="ADAL" clId="{E4D07E4E-783C-4601-A338-0E4D6EF743E3}" dt="2026-04-01T22:59:54.769" v="3217" actId="26606"/>
          <ac:spMkLst>
            <pc:docMk/>
            <pc:sldMk cId="296928369" sldId="263"/>
            <ac:spMk id="12" creationId="{9B834327-03F1-4931-8261-971373A5A694}"/>
          </ac:spMkLst>
        </pc:spChg>
      </pc:sldChg>
      <pc:sldChg chg="modSp new mod">
        <pc:chgData name="Oisin Gibson - STUDENT" userId="ed51d723-880b-49b1-825d-dc1bedda07ba" providerId="ADAL" clId="{E4D07E4E-783C-4601-A338-0E4D6EF743E3}" dt="2026-04-01T22:22:32.175" v="2828" actId="20577"/>
        <pc:sldMkLst>
          <pc:docMk/>
          <pc:sldMk cId="1529915524" sldId="264"/>
        </pc:sldMkLst>
        <pc:spChg chg="mod">
          <ac:chgData name="Oisin Gibson - STUDENT" userId="ed51d723-880b-49b1-825d-dc1bedda07ba" providerId="ADAL" clId="{E4D07E4E-783C-4601-A338-0E4D6EF743E3}" dt="2026-04-01T22:22:32.175" v="2828" actId="20577"/>
          <ac:spMkLst>
            <pc:docMk/>
            <pc:sldMk cId="1529915524" sldId="264"/>
            <ac:spMk id="2" creationId="{FAD4BFEF-2DAB-FBD3-7B17-59DD44FBB20A}"/>
          </ac:spMkLst>
        </pc:spChg>
      </pc:sldChg>
      <pc:sldChg chg="modSp new mod">
        <pc:chgData name="Oisin Gibson - STUDENT" userId="ed51d723-880b-49b1-825d-dc1bedda07ba" providerId="ADAL" clId="{E4D07E4E-783C-4601-A338-0E4D6EF743E3}" dt="2026-04-01T22:53:14.529" v="2842" actId="20577"/>
        <pc:sldMkLst>
          <pc:docMk/>
          <pc:sldMk cId="1441511703" sldId="265"/>
        </pc:sldMkLst>
        <pc:spChg chg="mod">
          <ac:chgData name="Oisin Gibson - STUDENT" userId="ed51d723-880b-49b1-825d-dc1bedda07ba" providerId="ADAL" clId="{E4D07E4E-783C-4601-A338-0E4D6EF743E3}" dt="2026-04-01T22:53:14.529" v="2842" actId="20577"/>
          <ac:spMkLst>
            <pc:docMk/>
            <pc:sldMk cId="1441511703" sldId="265"/>
            <ac:spMk id="2" creationId="{AD5F6F56-6D7A-28BE-5308-E1EB4395F936}"/>
          </ac:spMkLst>
        </pc:spChg>
      </pc:sldChg>
      <pc:sldChg chg="modSp new mod">
        <pc:chgData name="Oisin Gibson - STUDENT" userId="ed51d723-880b-49b1-825d-dc1bedda07ba" providerId="ADAL" clId="{E4D07E4E-783C-4601-A338-0E4D6EF743E3}" dt="2026-04-01T22:53:31.757" v="2863" actId="20577"/>
        <pc:sldMkLst>
          <pc:docMk/>
          <pc:sldMk cId="1661221485" sldId="266"/>
        </pc:sldMkLst>
        <pc:spChg chg="mod">
          <ac:chgData name="Oisin Gibson - STUDENT" userId="ed51d723-880b-49b1-825d-dc1bedda07ba" providerId="ADAL" clId="{E4D07E4E-783C-4601-A338-0E4D6EF743E3}" dt="2026-04-01T22:53:31.757" v="2863" actId="20577"/>
          <ac:spMkLst>
            <pc:docMk/>
            <pc:sldMk cId="1661221485" sldId="266"/>
            <ac:spMk id="2" creationId="{D46FA479-45B9-E724-9789-338CD13B8472}"/>
          </ac:spMkLst>
        </pc:spChg>
      </pc:sldChg>
      <pc:sldChg chg="modSp new mod">
        <pc:chgData name="Oisin Gibson - STUDENT" userId="ed51d723-880b-49b1-825d-dc1bedda07ba" providerId="ADAL" clId="{E4D07E4E-783C-4601-A338-0E4D6EF743E3}" dt="2026-04-02T22:05:57.413" v="4272"/>
        <pc:sldMkLst>
          <pc:docMk/>
          <pc:sldMk cId="2398319061" sldId="267"/>
        </pc:sldMkLst>
        <pc:spChg chg="mod">
          <ac:chgData name="Oisin Gibson - STUDENT" userId="ed51d723-880b-49b1-825d-dc1bedda07ba" providerId="ADAL" clId="{E4D07E4E-783C-4601-A338-0E4D6EF743E3}" dt="2026-04-02T22:05:57.413" v="4272"/>
          <ac:spMkLst>
            <pc:docMk/>
            <pc:sldMk cId="2398319061" sldId="267"/>
            <ac:spMk id="2" creationId="{9215CA2A-4B5B-A79B-BFF4-41D7D11D9EC4}"/>
          </ac:spMkLst>
        </pc:spChg>
      </pc:sldChg>
      <pc:sldChg chg="modSp new mod">
        <pc:chgData name="Oisin Gibson - STUDENT" userId="ed51d723-880b-49b1-825d-dc1bedda07ba" providerId="ADAL" clId="{E4D07E4E-783C-4601-A338-0E4D6EF743E3}" dt="2026-04-01T22:54:14.397" v="2896" actId="20577"/>
        <pc:sldMkLst>
          <pc:docMk/>
          <pc:sldMk cId="2602244214" sldId="268"/>
        </pc:sldMkLst>
        <pc:spChg chg="mod">
          <ac:chgData name="Oisin Gibson - STUDENT" userId="ed51d723-880b-49b1-825d-dc1bedda07ba" providerId="ADAL" clId="{E4D07E4E-783C-4601-A338-0E4D6EF743E3}" dt="2026-04-01T22:54:14.397" v="2896" actId="20577"/>
          <ac:spMkLst>
            <pc:docMk/>
            <pc:sldMk cId="2602244214" sldId="268"/>
            <ac:spMk id="2" creationId="{50790E83-98A4-335A-6696-511B69825B7F}"/>
          </ac:spMkLst>
        </pc:spChg>
      </pc:sldChg>
      <pc:sldChg chg="addSp modSp new mod setBg">
        <pc:chgData name="Oisin Gibson - STUDENT" userId="ed51d723-880b-49b1-825d-dc1bedda07ba" providerId="ADAL" clId="{E4D07E4E-783C-4601-A338-0E4D6EF743E3}" dt="2026-04-01T23:00:07.177" v="3218" actId="26606"/>
        <pc:sldMkLst>
          <pc:docMk/>
          <pc:sldMk cId="96089301" sldId="269"/>
        </pc:sldMkLst>
        <pc:spChg chg="mod">
          <ac:chgData name="Oisin Gibson - STUDENT" userId="ed51d723-880b-49b1-825d-dc1bedda07ba" providerId="ADAL" clId="{E4D07E4E-783C-4601-A338-0E4D6EF743E3}" dt="2026-04-01T23:00:07.177" v="3218" actId="26606"/>
          <ac:spMkLst>
            <pc:docMk/>
            <pc:sldMk cId="96089301" sldId="269"/>
            <ac:spMk id="2" creationId="{3F08E961-77FB-29AB-AFD6-12E9356420F8}"/>
          </ac:spMkLst>
        </pc:spChg>
        <pc:spChg chg="mod">
          <ac:chgData name="Oisin Gibson - STUDENT" userId="ed51d723-880b-49b1-825d-dc1bedda07ba" providerId="ADAL" clId="{E4D07E4E-783C-4601-A338-0E4D6EF743E3}" dt="2026-04-01T23:00:07.177" v="3218" actId="26606"/>
          <ac:spMkLst>
            <pc:docMk/>
            <pc:sldMk cId="96089301" sldId="269"/>
            <ac:spMk id="3" creationId="{64DDF63D-3E22-869C-2973-79ACC1D57CA4}"/>
          </ac:spMkLst>
        </pc:spChg>
        <pc:spChg chg="add">
          <ac:chgData name="Oisin Gibson - STUDENT" userId="ed51d723-880b-49b1-825d-dc1bedda07ba" providerId="ADAL" clId="{E4D07E4E-783C-4601-A338-0E4D6EF743E3}" dt="2026-04-01T23:00:07.177" v="3218" actId="26606"/>
          <ac:spMkLst>
            <pc:docMk/>
            <pc:sldMk cId="96089301" sldId="269"/>
            <ac:spMk id="8" creationId="{C8DD82D3-D002-45B0-B16A-82B3DA4EFDDB}"/>
          </ac:spMkLst>
        </pc:spChg>
        <pc:spChg chg="add">
          <ac:chgData name="Oisin Gibson - STUDENT" userId="ed51d723-880b-49b1-825d-dc1bedda07ba" providerId="ADAL" clId="{E4D07E4E-783C-4601-A338-0E4D6EF743E3}" dt="2026-04-01T23:00:07.177" v="3218" actId="26606"/>
          <ac:spMkLst>
            <pc:docMk/>
            <pc:sldMk cId="96089301" sldId="269"/>
            <ac:spMk id="12" creationId="{14552793-7DFF-4EC7-AC69-D34A75D01880}"/>
          </ac:spMkLst>
        </pc:spChg>
        <pc:cxnChg chg="add">
          <ac:chgData name="Oisin Gibson - STUDENT" userId="ed51d723-880b-49b1-825d-dc1bedda07ba" providerId="ADAL" clId="{E4D07E4E-783C-4601-A338-0E4D6EF743E3}" dt="2026-04-01T23:00:07.177" v="3218" actId="26606"/>
          <ac:cxnSpMkLst>
            <pc:docMk/>
            <pc:sldMk cId="96089301" sldId="269"/>
            <ac:cxnSpMk id="10" creationId="{9F09C252-16FE-4557-AD6D-BB5CA773496C}"/>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DD3A9B-7D3C-4B1E-B5BD-8E6B35C31113}" type="datetimeFigureOut">
              <a:rPr lang="en-IE" smtClean="0"/>
              <a:t>02/04/2026</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65EDCE-BD4B-420E-A16C-E15F07FBCFDC}" type="slidenum">
              <a:rPr lang="en-IE" smtClean="0"/>
              <a:t>‹#›</a:t>
            </a:fld>
            <a:endParaRPr lang="en-IE"/>
          </a:p>
        </p:txBody>
      </p:sp>
    </p:spTree>
    <p:extLst>
      <p:ext uri="{BB962C8B-B14F-4D97-AF65-F5344CB8AC3E}">
        <p14:creationId xmlns:p14="http://schemas.microsoft.com/office/powerpoint/2010/main" val="3112132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BB65EDCE-BD4B-420E-A16C-E15F07FBCFDC}" type="slidenum">
              <a:rPr lang="en-IE" smtClean="0"/>
              <a:t>1</a:t>
            </a:fld>
            <a:endParaRPr lang="en-IE"/>
          </a:p>
        </p:txBody>
      </p:sp>
    </p:spTree>
    <p:extLst>
      <p:ext uri="{BB962C8B-B14F-4D97-AF65-F5344CB8AC3E}">
        <p14:creationId xmlns:p14="http://schemas.microsoft.com/office/powerpoint/2010/main" val="3405089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focuses on developing a simple AI-based medical system that can predict a patient’s risk level using machine learning techniques. The goal is to simulate how AI could assist doctors in early-stage decision making.</a:t>
            </a:r>
            <a:endParaRPr lang="en-IE" dirty="0"/>
          </a:p>
        </p:txBody>
      </p:sp>
      <p:sp>
        <p:nvSpPr>
          <p:cNvPr id="4" name="Slide Number Placeholder 3"/>
          <p:cNvSpPr>
            <a:spLocks noGrp="1"/>
          </p:cNvSpPr>
          <p:nvPr>
            <p:ph type="sldNum" sz="quarter" idx="5"/>
          </p:nvPr>
        </p:nvSpPr>
        <p:spPr/>
        <p:txBody>
          <a:bodyPr/>
          <a:lstStyle/>
          <a:p>
            <a:fld id="{BB65EDCE-BD4B-420E-A16C-E15F07FBCFDC}" type="slidenum">
              <a:rPr lang="en-IE" smtClean="0"/>
              <a:t>2</a:t>
            </a:fld>
            <a:endParaRPr lang="en-IE"/>
          </a:p>
        </p:txBody>
      </p:sp>
    </p:spTree>
    <p:extLst>
      <p:ext uri="{BB962C8B-B14F-4D97-AF65-F5344CB8AC3E}">
        <p14:creationId xmlns:p14="http://schemas.microsoft.com/office/powerpoint/2010/main" val="4199287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aim of this project is to build a simple AI model that can classify patients into low, medium, or high risk categories based on their symptoms and vital signs. This reflects how AI could assist in triage situations.</a:t>
            </a:r>
            <a:endParaRPr lang="en-IE" dirty="0"/>
          </a:p>
        </p:txBody>
      </p:sp>
      <p:sp>
        <p:nvSpPr>
          <p:cNvPr id="4" name="Slide Number Placeholder 3"/>
          <p:cNvSpPr>
            <a:spLocks noGrp="1"/>
          </p:cNvSpPr>
          <p:nvPr>
            <p:ph type="sldNum" sz="quarter" idx="5"/>
          </p:nvPr>
        </p:nvSpPr>
        <p:spPr/>
        <p:txBody>
          <a:bodyPr/>
          <a:lstStyle/>
          <a:p>
            <a:fld id="{BB65EDCE-BD4B-420E-A16C-E15F07FBCFDC}" type="slidenum">
              <a:rPr lang="en-IE" smtClean="0"/>
              <a:t>3</a:t>
            </a:fld>
            <a:endParaRPr lang="en-IE"/>
          </a:p>
        </p:txBody>
      </p:sp>
    </p:spTree>
    <p:extLst>
      <p:ext uri="{BB962C8B-B14F-4D97-AF65-F5344CB8AC3E}">
        <p14:creationId xmlns:p14="http://schemas.microsoft.com/office/powerpoint/2010/main" val="1943492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research question is important because early detection of high-risk patients can lead to faster treatment and better outcomes. The goal is to see if machine learning can support this process.</a:t>
            </a:r>
            <a:endParaRPr lang="en-IE" dirty="0"/>
          </a:p>
        </p:txBody>
      </p:sp>
      <p:sp>
        <p:nvSpPr>
          <p:cNvPr id="4" name="Slide Number Placeholder 3"/>
          <p:cNvSpPr>
            <a:spLocks noGrp="1"/>
          </p:cNvSpPr>
          <p:nvPr>
            <p:ph type="sldNum" sz="quarter" idx="5"/>
          </p:nvPr>
        </p:nvSpPr>
        <p:spPr/>
        <p:txBody>
          <a:bodyPr/>
          <a:lstStyle/>
          <a:p>
            <a:fld id="{BB65EDCE-BD4B-420E-A16C-E15F07FBCFDC}" type="slidenum">
              <a:rPr lang="en-IE" smtClean="0"/>
              <a:t>4</a:t>
            </a:fld>
            <a:endParaRPr lang="en-IE"/>
          </a:p>
        </p:txBody>
      </p:sp>
    </p:spTree>
    <p:extLst>
      <p:ext uri="{BB962C8B-B14F-4D97-AF65-F5344CB8AC3E}">
        <p14:creationId xmlns:p14="http://schemas.microsoft.com/office/powerpoint/2010/main" val="792819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created manually to ensure originality. It contains 100 patient records with realistic medical attributes that are commonly used in clinical assessments.</a:t>
            </a:r>
            <a:endParaRPr lang="en-IE" dirty="0"/>
          </a:p>
        </p:txBody>
      </p:sp>
      <p:sp>
        <p:nvSpPr>
          <p:cNvPr id="4" name="Slide Number Placeholder 3"/>
          <p:cNvSpPr>
            <a:spLocks noGrp="1"/>
          </p:cNvSpPr>
          <p:nvPr>
            <p:ph type="sldNum" sz="quarter" idx="5"/>
          </p:nvPr>
        </p:nvSpPr>
        <p:spPr/>
        <p:txBody>
          <a:bodyPr/>
          <a:lstStyle/>
          <a:p>
            <a:fld id="{BB65EDCE-BD4B-420E-A16C-E15F07FBCFDC}" type="slidenum">
              <a:rPr lang="en-IE" smtClean="0"/>
              <a:t>5</a:t>
            </a:fld>
            <a:endParaRPr lang="en-IE"/>
          </a:p>
        </p:txBody>
      </p:sp>
    </p:spTree>
    <p:extLst>
      <p:ext uri="{BB962C8B-B14F-4D97-AF65-F5344CB8AC3E}">
        <p14:creationId xmlns:p14="http://schemas.microsoft.com/office/powerpoint/2010/main" val="1209400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cleaning was a critical step because raw data is often unreliable. Missing values were replaced using the mean to preserve the dataset size. Inconsistent formats were </a:t>
            </a:r>
            <a:r>
              <a:rPr lang="en-US" dirty="0" err="1"/>
              <a:t>standardised</a:t>
            </a:r>
            <a:r>
              <a:rPr lang="en-US" dirty="0"/>
              <a:t> to ensure uniformity. Outliers and unrealistic values were removed to prevent the model from learning incorrect patterns.</a:t>
            </a:r>
            <a:endParaRPr lang="en-IE" dirty="0"/>
          </a:p>
        </p:txBody>
      </p:sp>
      <p:sp>
        <p:nvSpPr>
          <p:cNvPr id="4" name="Slide Number Placeholder 3"/>
          <p:cNvSpPr>
            <a:spLocks noGrp="1"/>
          </p:cNvSpPr>
          <p:nvPr>
            <p:ph type="sldNum" sz="quarter" idx="5"/>
          </p:nvPr>
        </p:nvSpPr>
        <p:spPr/>
        <p:txBody>
          <a:bodyPr/>
          <a:lstStyle/>
          <a:p>
            <a:fld id="{BB65EDCE-BD4B-420E-A16C-E15F07FBCFDC}" type="slidenum">
              <a:rPr lang="en-IE" smtClean="0"/>
              <a:t>6</a:t>
            </a:fld>
            <a:endParaRPr lang="en-IE"/>
          </a:p>
        </p:txBody>
      </p:sp>
    </p:spTree>
    <p:extLst>
      <p:ext uri="{BB962C8B-B14F-4D97-AF65-F5344CB8AC3E}">
        <p14:creationId xmlns:p14="http://schemas.microsoft.com/office/powerpoint/2010/main" val="41917265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selection ensures that only relevant variables are used in the model. Irrelevant features can reduce accuracy and increase complexity. Encoding categorical variables into numerical form was necessary for the machine learning algorithm to process the data. </a:t>
            </a:r>
          </a:p>
          <a:p>
            <a:r>
              <a:rPr lang="en-US" dirty="0"/>
              <a:t>This step improves both model performance and interpretability.</a:t>
            </a:r>
            <a:endParaRPr lang="en-IE" dirty="0"/>
          </a:p>
        </p:txBody>
      </p:sp>
      <p:sp>
        <p:nvSpPr>
          <p:cNvPr id="4" name="Slide Number Placeholder 3"/>
          <p:cNvSpPr>
            <a:spLocks noGrp="1"/>
          </p:cNvSpPr>
          <p:nvPr>
            <p:ph type="sldNum" sz="quarter" idx="5"/>
          </p:nvPr>
        </p:nvSpPr>
        <p:spPr/>
        <p:txBody>
          <a:bodyPr/>
          <a:lstStyle/>
          <a:p>
            <a:fld id="{BB65EDCE-BD4B-420E-A16C-E15F07FBCFDC}" type="slidenum">
              <a:rPr lang="en-IE" smtClean="0"/>
              <a:t>7</a:t>
            </a:fld>
            <a:endParaRPr lang="en-IE"/>
          </a:p>
        </p:txBody>
      </p:sp>
    </p:spTree>
    <p:extLst>
      <p:ext uri="{BB962C8B-B14F-4D97-AF65-F5344CB8AC3E}">
        <p14:creationId xmlns:p14="http://schemas.microsoft.com/office/powerpoint/2010/main" val="1636671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Decision Tree model was chosen because it closely resembles how doctors make decisions, using thresholds like high temperature or low oxygen levels. It is also easy to interpret visually.</a:t>
            </a:r>
          </a:p>
          <a:p>
            <a:r>
              <a:rPr lang="en-US" dirty="0"/>
              <a:t>Its interpretability is particularly important in healthcare, where understanding how decisions are made is essential.</a:t>
            </a:r>
            <a:endParaRPr lang="en-IE" dirty="0"/>
          </a:p>
        </p:txBody>
      </p:sp>
      <p:sp>
        <p:nvSpPr>
          <p:cNvPr id="4" name="Slide Number Placeholder 3"/>
          <p:cNvSpPr>
            <a:spLocks noGrp="1"/>
          </p:cNvSpPr>
          <p:nvPr>
            <p:ph type="sldNum" sz="quarter" idx="5"/>
          </p:nvPr>
        </p:nvSpPr>
        <p:spPr/>
        <p:txBody>
          <a:bodyPr/>
          <a:lstStyle/>
          <a:p>
            <a:fld id="{BB65EDCE-BD4B-420E-A16C-E15F07FBCFDC}" type="slidenum">
              <a:rPr lang="en-IE" smtClean="0"/>
              <a:t>8</a:t>
            </a:fld>
            <a:endParaRPr lang="en-IE"/>
          </a:p>
        </p:txBody>
      </p:sp>
    </p:spTree>
    <p:extLst>
      <p:ext uri="{BB962C8B-B14F-4D97-AF65-F5344CB8AC3E}">
        <p14:creationId xmlns:p14="http://schemas.microsoft.com/office/powerpoint/2010/main" val="3916991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now demonstrate how the dataset was processed and how the machine learning model was implemented.</a:t>
            </a:r>
            <a:endParaRPr lang="en-IE" dirty="0"/>
          </a:p>
        </p:txBody>
      </p:sp>
      <p:sp>
        <p:nvSpPr>
          <p:cNvPr id="4" name="Slide Number Placeholder 3"/>
          <p:cNvSpPr>
            <a:spLocks noGrp="1"/>
          </p:cNvSpPr>
          <p:nvPr>
            <p:ph type="sldNum" sz="quarter" idx="5"/>
          </p:nvPr>
        </p:nvSpPr>
        <p:spPr/>
        <p:txBody>
          <a:bodyPr/>
          <a:lstStyle/>
          <a:p>
            <a:fld id="{BB65EDCE-BD4B-420E-A16C-E15F07FBCFDC}" type="slidenum">
              <a:rPr lang="en-IE" smtClean="0"/>
              <a:t>9</a:t>
            </a:fld>
            <a:endParaRPr lang="en-IE"/>
          </a:p>
        </p:txBody>
      </p:sp>
    </p:spTree>
    <p:extLst>
      <p:ext uri="{BB962C8B-B14F-4D97-AF65-F5344CB8AC3E}">
        <p14:creationId xmlns:p14="http://schemas.microsoft.com/office/powerpoint/2010/main" val="39061572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project demonstrates that machine learning can effectively assist in predicting patient risk levels. While simple, it highlights the potential of AI in healthcare.</a:t>
            </a:r>
            <a:endParaRPr lang="en-IE" dirty="0"/>
          </a:p>
        </p:txBody>
      </p:sp>
      <p:sp>
        <p:nvSpPr>
          <p:cNvPr id="4" name="Slide Number Placeholder 3"/>
          <p:cNvSpPr>
            <a:spLocks noGrp="1"/>
          </p:cNvSpPr>
          <p:nvPr>
            <p:ph type="sldNum" sz="quarter" idx="5"/>
          </p:nvPr>
        </p:nvSpPr>
        <p:spPr/>
        <p:txBody>
          <a:bodyPr/>
          <a:lstStyle/>
          <a:p>
            <a:fld id="{BB65EDCE-BD4B-420E-A16C-E15F07FBCFDC}" type="slidenum">
              <a:rPr lang="en-IE" smtClean="0"/>
              <a:t>14</a:t>
            </a:fld>
            <a:endParaRPr lang="en-IE"/>
          </a:p>
        </p:txBody>
      </p:sp>
    </p:spTree>
    <p:extLst>
      <p:ext uri="{BB962C8B-B14F-4D97-AF65-F5344CB8AC3E}">
        <p14:creationId xmlns:p14="http://schemas.microsoft.com/office/powerpoint/2010/main" val="1864667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4/2/2026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38157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4/2/2026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46206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4/2/2026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99519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4/2/2026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995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4/2/2026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82928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4/2/2026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75672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4/2/2026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49586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4/2/2026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91956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4/2/2026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3531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4/2/2026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7076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4/2/2026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24399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4/2/2026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8290680"/>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77" r:id="rId6"/>
    <p:sldLayoutId id="2147483782" r:id="rId7"/>
    <p:sldLayoutId id="2147483778" r:id="rId8"/>
    <p:sldLayoutId id="2147483779" r:id="rId9"/>
    <p:sldLayoutId id="2147483780" r:id="rId10"/>
    <p:sldLayoutId id="2147483781" r:id="rId11"/>
  </p:sldLayoutIdLst>
  <p:hf sldNum="0" hdr="0" ftr="0" dt="0"/>
  <p:txStyles>
    <p:titleStyle>
      <a:lvl1pPr algn="l" defTabSz="914400" rtl="0" eaLnBrk="1" latinLnBrk="0" hangingPunct="1">
        <a:lnSpc>
          <a:spcPct val="90000"/>
        </a:lnSpc>
        <a:spcBef>
          <a:spcPct val="0"/>
        </a:spcBef>
        <a:buNone/>
        <a:defRPr sz="47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1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1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1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1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E9EA0270-83A6-B153-BA73-7E0972444B49}"/>
              </a:ext>
            </a:extLst>
          </p:cNvPr>
          <p:cNvPicPr>
            <a:picLocks noChangeAspect="1"/>
          </p:cNvPicPr>
          <p:nvPr/>
        </p:nvPicPr>
        <p:blipFill>
          <a:blip r:embed="rId3"/>
          <a:srcRect t="6463" b="8309"/>
          <a:stretch>
            <a:fillRect/>
          </a:stretch>
        </p:blipFill>
        <p:spPr>
          <a:xfrm>
            <a:off x="-1" y="10"/>
            <a:ext cx="12191999" cy="6857990"/>
          </a:xfrm>
          <a:prstGeom prst="rect">
            <a:avLst/>
          </a:prstGeom>
        </p:spPr>
      </p:pic>
      <p:sp>
        <p:nvSpPr>
          <p:cNvPr id="52" name="Rectangle 51">
            <a:extLst>
              <a:ext uri="{FF2B5EF4-FFF2-40B4-BE49-F238E27FC236}">
                <a16:creationId xmlns:a16="http://schemas.microsoft.com/office/drawing/2014/main" id="{7319A1DD-F557-4EC6-8A8C-F7617B4CD6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118982"/>
            <a:ext cx="7537704" cy="2462668"/>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A227A2-573A-3D9F-C69D-D2DD7E5EDFF8}"/>
              </a:ext>
            </a:extLst>
          </p:cNvPr>
          <p:cNvSpPr>
            <a:spLocks noGrp="1"/>
          </p:cNvSpPr>
          <p:nvPr>
            <p:ph type="ctrTitle"/>
          </p:nvPr>
        </p:nvSpPr>
        <p:spPr>
          <a:xfrm>
            <a:off x="735791" y="3331444"/>
            <a:ext cx="6470692" cy="1229306"/>
          </a:xfrm>
        </p:spPr>
        <p:txBody>
          <a:bodyPr>
            <a:normAutofit/>
          </a:bodyPr>
          <a:lstStyle/>
          <a:p>
            <a:r>
              <a:rPr lang="en-IE" sz="5400">
                <a:solidFill>
                  <a:schemeClr val="tx1"/>
                </a:solidFill>
              </a:rPr>
              <a:t>Triage Dataset </a:t>
            </a:r>
          </a:p>
        </p:txBody>
      </p:sp>
      <p:sp>
        <p:nvSpPr>
          <p:cNvPr id="3" name="Subtitle 2">
            <a:extLst>
              <a:ext uri="{FF2B5EF4-FFF2-40B4-BE49-F238E27FC236}">
                <a16:creationId xmlns:a16="http://schemas.microsoft.com/office/drawing/2014/main" id="{81AC14BF-AB1F-D63E-E3A0-29D78EF07F45}"/>
              </a:ext>
            </a:extLst>
          </p:cNvPr>
          <p:cNvSpPr>
            <a:spLocks noGrp="1"/>
          </p:cNvSpPr>
          <p:nvPr>
            <p:ph type="subTitle" idx="1"/>
          </p:nvPr>
        </p:nvSpPr>
        <p:spPr>
          <a:xfrm>
            <a:off x="735791" y="4735799"/>
            <a:ext cx="6470693" cy="605256"/>
          </a:xfrm>
        </p:spPr>
        <p:txBody>
          <a:bodyPr>
            <a:normAutofit/>
          </a:bodyPr>
          <a:lstStyle/>
          <a:p>
            <a:r>
              <a:rPr lang="en-IE"/>
              <a:t> L00172671 - Oisin Gibson</a:t>
            </a:r>
          </a:p>
        </p:txBody>
      </p:sp>
      <p:cxnSp>
        <p:nvCxnSpPr>
          <p:cNvPr id="54" name="!!Straight Connector">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2429" y="4641183"/>
            <a:ext cx="6309360" cy="0"/>
          </a:xfrm>
          <a:prstGeom prst="line">
            <a:avLst/>
          </a:prstGeom>
          <a:ln w="12700">
            <a:solidFill>
              <a:schemeClr val="tx1">
                <a:lumMod val="75000"/>
                <a:lumOff val="25000"/>
                <a:alpha val="90000"/>
              </a:schemeClr>
            </a:solidFill>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C390A367-0330-4E03-9D5F-40308A7975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Tree>
    <p:extLst>
      <p:ext uri="{BB962C8B-B14F-4D97-AF65-F5344CB8AC3E}">
        <p14:creationId xmlns:p14="http://schemas.microsoft.com/office/powerpoint/2010/main" val="683808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8CB54FC-0B2A-4107-9A70-958B90B765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C13D43-70C5-CB86-BD3A-75C505F2E01F}"/>
              </a:ext>
            </a:extLst>
          </p:cNvPr>
          <p:cNvSpPr>
            <a:spLocks noGrp="1"/>
          </p:cNvSpPr>
          <p:nvPr>
            <p:ph type="title"/>
          </p:nvPr>
        </p:nvSpPr>
        <p:spPr>
          <a:xfrm>
            <a:off x="6411685" y="634946"/>
            <a:ext cx="5127171" cy="1450757"/>
          </a:xfrm>
        </p:spPr>
        <p:txBody>
          <a:bodyPr>
            <a:normAutofit/>
          </a:bodyPr>
          <a:lstStyle/>
          <a:p>
            <a:r>
              <a:rPr lang="en-US" sz="3300"/>
              <a:t>AI Medical Doctor: Predicting Patient Risk Using Machine Learning</a:t>
            </a:r>
            <a:endParaRPr lang="en-IE" sz="3300"/>
          </a:p>
        </p:txBody>
      </p:sp>
      <p:pic>
        <p:nvPicPr>
          <p:cNvPr id="7" name="Graphic 6" descr="Robot">
            <a:extLst>
              <a:ext uri="{FF2B5EF4-FFF2-40B4-BE49-F238E27FC236}">
                <a16:creationId xmlns:a16="http://schemas.microsoft.com/office/drawing/2014/main" id="{6FD7E81D-C991-062D-B806-1E785E079D0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3192" y="711306"/>
            <a:ext cx="5115347" cy="5115347"/>
          </a:xfrm>
          <a:prstGeom prst="rect">
            <a:avLst/>
          </a:prstGeom>
        </p:spPr>
      </p:pic>
      <p:cxnSp>
        <p:nvCxnSpPr>
          <p:cNvPr id="12" name="Straight Connector 11">
            <a:extLst>
              <a:ext uri="{FF2B5EF4-FFF2-40B4-BE49-F238E27FC236}">
                <a16:creationId xmlns:a16="http://schemas.microsoft.com/office/drawing/2014/main" id="{7855A9B5-1710-4B19-B0F1-CDFDD4ED5B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14044" y="2246569"/>
            <a:ext cx="45720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B7429E4-8084-25F6-EB52-A12DA2060D42}"/>
              </a:ext>
            </a:extLst>
          </p:cNvPr>
          <p:cNvSpPr>
            <a:spLocks noGrp="1"/>
          </p:cNvSpPr>
          <p:nvPr>
            <p:ph idx="1"/>
          </p:nvPr>
        </p:nvSpPr>
        <p:spPr>
          <a:xfrm>
            <a:off x="6411684" y="2407436"/>
            <a:ext cx="5127172" cy="3461658"/>
          </a:xfrm>
        </p:spPr>
        <p:txBody>
          <a:bodyPr>
            <a:normAutofit/>
          </a:bodyPr>
          <a:lstStyle/>
          <a:p>
            <a:r>
              <a:rPr lang="en-IE"/>
              <a:t>This project explores how an AI system can be used to assist medical professionals during triage. It works by predicting a patients risk levels using machine learning.</a:t>
            </a:r>
            <a:endParaRPr lang="en-IE" dirty="0"/>
          </a:p>
        </p:txBody>
      </p:sp>
      <p:sp>
        <p:nvSpPr>
          <p:cNvPr id="14" name="Rectangle 13">
            <a:extLst>
              <a:ext uri="{FF2B5EF4-FFF2-40B4-BE49-F238E27FC236}">
                <a16:creationId xmlns:a16="http://schemas.microsoft.com/office/drawing/2014/main" id="{9AA76026-5689-4584-8D93-D71D739E6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Tree>
    <p:extLst>
      <p:ext uri="{BB962C8B-B14F-4D97-AF65-F5344CB8AC3E}">
        <p14:creationId xmlns:p14="http://schemas.microsoft.com/office/powerpoint/2010/main" val="3707191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A0C525-0C31-7C44-47A4-38918068CB02}"/>
              </a:ext>
            </a:extLst>
          </p:cNvPr>
          <p:cNvSpPr>
            <a:spLocks noGrp="1"/>
          </p:cNvSpPr>
          <p:nvPr>
            <p:ph type="title"/>
          </p:nvPr>
        </p:nvSpPr>
        <p:spPr>
          <a:xfrm>
            <a:off x="1036320" y="286603"/>
            <a:ext cx="10058400" cy="1450757"/>
          </a:xfrm>
        </p:spPr>
        <p:txBody>
          <a:bodyPr>
            <a:normAutofit/>
          </a:bodyPr>
          <a:lstStyle/>
          <a:p>
            <a:r>
              <a:rPr lang="en-IE" dirty="0"/>
              <a:t>Project Aim</a:t>
            </a:r>
          </a:p>
        </p:txBody>
      </p:sp>
      <p:cxnSp>
        <p:nvCxnSpPr>
          <p:cNvPr id="12" name="Straight Connector 11">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06573" y="1895846"/>
            <a:ext cx="978408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7" name="Graphic 6" descr="Statistics">
            <a:extLst>
              <a:ext uri="{FF2B5EF4-FFF2-40B4-BE49-F238E27FC236}">
                <a16:creationId xmlns:a16="http://schemas.microsoft.com/office/drawing/2014/main" id="{AE1A61AF-6CE1-B56E-B237-5AE28E61A7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1509" y="2472903"/>
            <a:ext cx="3031484" cy="3031484"/>
          </a:xfrm>
          <a:prstGeom prst="rect">
            <a:avLst/>
          </a:prstGeom>
        </p:spPr>
      </p:pic>
      <p:sp>
        <p:nvSpPr>
          <p:cNvPr id="3" name="Content Placeholder 2">
            <a:extLst>
              <a:ext uri="{FF2B5EF4-FFF2-40B4-BE49-F238E27FC236}">
                <a16:creationId xmlns:a16="http://schemas.microsoft.com/office/drawing/2014/main" id="{4A1FD54D-B448-F76B-CFB6-B6A432CEDACE}"/>
              </a:ext>
            </a:extLst>
          </p:cNvPr>
          <p:cNvSpPr>
            <a:spLocks noGrp="1"/>
          </p:cNvSpPr>
          <p:nvPr>
            <p:ph idx="1"/>
          </p:nvPr>
        </p:nvSpPr>
        <p:spPr>
          <a:xfrm>
            <a:off x="4706460" y="2108201"/>
            <a:ext cx="6388260" cy="3760891"/>
          </a:xfrm>
        </p:spPr>
        <p:txBody>
          <a:bodyPr>
            <a:normAutofit/>
          </a:bodyPr>
          <a:lstStyle/>
          <a:p>
            <a:pPr marL="0" indent="0">
              <a:lnSpc>
                <a:spcPct val="100000"/>
              </a:lnSpc>
              <a:buNone/>
            </a:pPr>
            <a:r>
              <a:rPr lang="en-IE" sz="1700" dirty="0"/>
              <a:t>The overall aims of this project is to develop a machine learning model which can be used to analysis triage data.</a:t>
            </a:r>
          </a:p>
          <a:p>
            <a:pPr marL="0" indent="0">
              <a:lnSpc>
                <a:spcPct val="100000"/>
              </a:lnSpc>
              <a:buNone/>
            </a:pPr>
            <a:r>
              <a:rPr lang="en-IE" sz="1700" dirty="0"/>
              <a:t>The model would classify the patients into one of the following categories based on the factors present in the data set:</a:t>
            </a:r>
          </a:p>
          <a:p>
            <a:pPr>
              <a:lnSpc>
                <a:spcPct val="100000"/>
              </a:lnSpc>
              <a:buFont typeface="Wingdings" panose="05000000000000000000" pitchFamily="2" charset="2"/>
              <a:buChar char="v"/>
            </a:pPr>
            <a:r>
              <a:rPr lang="en-IE" sz="1700" dirty="0"/>
              <a:t>Low Risk</a:t>
            </a:r>
          </a:p>
          <a:p>
            <a:pPr>
              <a:lnSpc>
                <a:spcPct val="100000"/>
              </a:lnSpc>
              <a:buFont typeface="Wingdings" panose="05000000000000000000" pitchFamily="2" charset="2"/>
              <a:buChar char="v"/>
            </a:pPr>
            <a:r>
              <a:rPr lang="en-IE" sz="1700" dirty="0"/>
              <a:t>Medium Risk</a:t>
            </a:r>
          </a:p>
          <a:p>
            <a:pPr>
              <a:lnSpc>
                <a:spcPct val="100000"/>
              </a:lnSpc>
              <a:buFont typeface="Wingdings" panose="05000000000000000000" pitchFamily="2" charset="2"/>
              <a:buChar char="v"/>
            </a:pPr>
            <a:r>
              <a:rPr lang="en-IE" sz="1700" dirty="0"/>
              <a:t>High Risk</a:t>
            </a:r>
          </a:p>
          <a:p>
            <a:pPr marL="0" indent="0">
              <a:lnSpc>
                <a:spcPct val="100000"/>
              </a:lnSpc>
              <a:buNone/>
            </a:pPr>
            <a:r>
              <a:rPr lang="en-IE" sz="1700" dirty="0"/>
              <a:t>This model aims to simulate a real-world AI health support tool which could be used by professionals.</a:t>
            </a:r>
          </a:p>
          <a:p>
            <a:pPr>
              <a:lnSpc>
                <a:spcPct val="100000"/>
              </a:lnSpc>
            </a:pPr>
            <a:endParaRPr lang="en-IE" sz="1700" dirty="0"/>
          </a:p>
        </p:txBody>
      </p:sp>
      <p:sp>
        <p:nvSpPr>
          <p:cNvPr id="14" name="Rectangle 13">
            <a:extLst>
              <a:ext uri="{FF2B5EF4-FFF2-40B4-BE49-F238E27FC236}">
                <a16:creationId xmlns:a16="http://schemas.microsoft.com/office/drawing/2014/main" id="{0B2EDFE5-9478-4774-9D3D-FEC7DC708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Tree>
    <p:extLst>
      <p:ext uri="{BB962C8B-B14F-4D97-AF65-F5344CB8AC3E}">
        <p14:creationId xmlns:p14="http://schemas.microsoft.com/office/powerpoint/2010/main" val="1530753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8DD82D3-D002-45B0-B16A-82B3DA4EFD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9B15F9-11AB-5B94-6A90-E92D74929511}"/>
              </a:ext>
            </a:extLst>
          </p:cNvPr>
          <p:cNvSpPr>
            <a:spLocks noGrp="1"/>
          </p:cNvSpPr>
          <p:nvPr>
            <p:ph type="title"/>
          </p:nvPr>
        </p:nvSpPr>
        <p:spPr>
          <a:xfrm>
            <a:off x="643468" y="643467"/>
            <a:ext cx="3073550" cy="5126203"/>
          </a:xfrm>
        </p:spPr>
        <p:txBody>
          <a:bodyPr anchor="ctr">
            <a:normAutofit/>
          </a:bodyPr>
          <a:lstStyle/>
          <a:p>
            <a:pPr algn="r"/>
            <a:r>
              <a:rPr lang="en-IE" dirty="0"/>
              <a:t>Research Question</a:t>
            </a:r>
            <a:endParaRPr lang="en-IE"/>
          </a:p>
        </p:txBody>
      </p:sp>
      <p:cxnSp>
        <p:nvCxnSpPr>
          <p:cNvPr id="10" name="Straight Connector 9">
            <a:extLst>
              <a:ext uri="{FF2B5EF4-FFF2-40B4-BE49-F238E27FC236}">
                <a16:creationId xmlns:a16="http://schemas.microsoft.com/office/drawing/2014/main" id="{9F09C252-16FE-4557-AD6D-BB5CA77349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42052" y="1778497"/>
            <a:ext cx="0" cy="3200400"/>
          </a:xfrm>
          <a:prstGeom prst="line">
            <a:avLst/>
          </a:prstGeom>
          <a:ln w="1905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EC3BF7F-50E9-339A-3BB4-389BB1040032}"/>
              </a:ext>
            </a:extLst>
          </p:cNvPr>
          <p:cNvSpPr>
            <a:spLocks noGrp="1"/>
          </p:cNvSpPr>
          <p:nvPr>
            <p:ph idx="1"/>
          </p:nvPr>
        </p:nvSpPr>
        <p:spPr>
          <a:xfrm>
            <a:off x="4363786" y="621697"/>
            <a:ext cx="6791894" cy="5147973"/>
          </a:xfrm>
        </p:spPr>
        <p:txBody>
          <a:bodyPr anchor="ctr">
            <a:normAutofit/>
          </a:bodyPr>
          <a:lstStyle/>
          <a:p>
            <a:r>
              <a:rPr lang="en-IE" dirty="0"/>
              <a:t>This project was built around answering the following question:</a:t>
            </a:r>
          </a:p>
          <a:p>
            <a:r>
              <a:rPr lang="en-IE" dirty="0"/>
              <a:t>Can machine learning accurately predict risk level based on a patients symptoms and vital signs ?</a:t>
            </a:r>
          </a:p>
          <a:p>
            <a:r>
              <a:rPr lang="en-IE" dirty="0"/>
              <a:t>As part of this there is a focuses on the early—stage decision making process</a:t>
            </a:r>
          </a:p>
          <a:p>
            <a:r>
              <a:rPr lang="en-IE" dirty="0"/>
              <a:t>Answering this question aims to support triage systems used in the healthcare sector</a:t>
            </a:r>
          </a:p>
          <a:p>
            <a:endParaRPr lang="en-IE" dirty="0"/>
          </a:p>
        </p:txBody>
      </p:sp>
      <p:sp>
        <p:nvSpPr>
          <p:cNvPr id="12" name="Rectangle 11">
            <a:extLst>
              <a:ext uri="{FF2B5EF4-FFF2-40B4-BE49-F238E27FC236}">
                <a16:creationId xmlns:a16="http://schemas.microsoft.com/office/drawing/2014/main" id="{14552793-7DFF-4EC7-AC69-D34A75D018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Tree>
    <p:extLst>
      <p:ext uri="{BB962C8B-B14F-4D97-AF65-F5344CB8AC3E}">
        <p14:creationId xmlns:p14="http://schemas.microsoft.com/office/powerpoint/2010/main" val="739440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F64BBAA4-C62B-4146-B49F-FE4CC4655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504DB2-4949-287F-5DF6-AC73E4BEE7A6}"/>
              </a:ext>
            </a:extLst>
          </p:cNvPr>
          <p:cNvSpPr>
            <a:spLocks noGrp="1"/>
          </p:cNvSpPr>
          <p:nvPr>
            <p:ph type="title"/>
          </p:nvPr>
        </p:nvSpPr>
        <p:spPr>
          <a:xfrm>
            <a:off x="878911" y="643468"/>
            <a:ext cx="3177847" cy="1674180"/>
          </a:xfrm>
        </p:spPr>
        <p:txBody>
          <a:bodyPr>
            <a:normAutofit/>
          </a:bodyPr>
          <a:lstStyle/>
          <a:p>
            <a:r>
              <a:rPr lang="en-IE" sz="4000"/>
              <a:t>Dataset Description</a:t>
            </a:r>
          </a:p>
        </p:txBody>
      </p:sp>
      <p:cxnSp>
        <p:nvCxnSpPr>
          <p:cNvPr id="25" name="Straight Connector 24">
            <a:extLst>
              <a:ext uri="{FF2B5EF4-FFF2-40B4-BE49-F238E27FC236}">
                <a16:creationId xmlns:a16="http://schemas.microsoft.com/office/drawing/2014/main" id="{EEB57AA8-F021-480C-A9E2-F899133136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62164" y="2478513"/>
            <a:ext cx="292608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96D4618-572C-C744-F0FF-0A30B0043D8E}"/>
              </a:ext>
            </a:extLst>
          </p:cNvPr>
          <p:cNvSpPr>
            <a:spLocks noGrp="1"/>
          </p:cNvSpPr>
          <p:nvPr>
            <p:ph idx="1"/>
          </p:nvPr>
        </p:nvSpPr>
        <p:spPr>
          <a:xfrm>
            <a:off x="858064" y="2639380"/>
            <a:ext cx="3205049" cy="3229714"/>
          </a:xfrm>
        </p:spPr>
        <p:txBody>
          <a:bodyPr>
            <a:normAutofit lnSpcReduction="10000"/>
          </a:bodyPr>
          <a:lstStyle/>
          <a:p>
            <a:pPr>
              <a:lnSpc>
                <a:spcPct val="100000"/>
              </a:lnSpc>
            </a:pPr>
            <a:r>
              <a:rPr lang="en-IE" sz="1000" dirty="0"/>
              <a:t>The dataset (AI generated) contains 100 patient records.</a:t>
            </a:r>
          </a:p>
          <a:p>
            <a:pPr>
              <a:lnSpc>
                <a:spcPct val="100000"/>
              </a:lnSpc>
            </a:pPr>
            <a:r>
              <a:rPr lang="en-IE" sz="1000" dirty="0"/>
              <a:t>The dataset contains the following properties:</a:t>
            </a:r>
          </a:p>
          <a:p>
            <a:pPr>
              <a:lnSpc>
                <a:spcPct val="100000"/>
              </a:lnSpc>
              <a:buFont typeface="Arial" panose="020B0604020202020204" pitchFamily="34" charset="0"/>
              <a:buChar char="•"/>
            </a:pPr>
            <a:r>
              <a:rPr lang="en-IE" sz="1000" dirty="0"/>
              <a:t>Demographics (Age, Gender)</a:t>
            </a:r>
          </a:p>
          <a:p>
            <a:pPr>
              <a:lnSpc>
                <a:spcPct val="100000"/>
              </a:lnSpc>
              <a:buFont typeface="Arial" panose="020B0604020202020204" pitchFamily="34" charset="0"/>
              <a:buChar char="•"/>
            </a:pPr>
            <a:r>
              <a:rPr lang="en-IE" sz="1000" dirty="0"/>
              <a:t>Temperature</a:t>
            </a:r>
          </a:p>
          <a:p>
            <a:pPr>
              <a:lnSpc>
                <a:spcPct val="100000"/>
              </a:lnSpc>
              <a:buFont typeface="Arial" panose="020B0604020202020204" pitchFamily="34" charset="0"/>
              <a:buChar char="•"/>
            </a:pPr>
            <a:r>
              <a:rPr lang="en-IE" sz="1000" dirty="0"/>
              <a:t>Heart Rate</a:t>
            </a:r>
          </a:p>
          <a:p>
            <a:pPr>
              <a:lnSpc>
                <a:spcPct val="100000"/>
              </a:lnSpc>
              <a:buFont typeface="Arial" panose="020B0604020202020204" pitchFamily="34" charset="0"/>
              <a:buChar char="•"/>
            </a:pPr>
            <a:r>
              <a:rPr lang="en-IE" sz="1000" dirty="0"/>
              <a:t>Blood Oxygen</a:t>
            </a:r>
          </a:p>
          <a:p>
            <a:pPr>
              <a:lnSpc>
                <a:spcPct val="100000"/>
              </a:lnSpc>
              <a:buFont typeface="Arial" panose="020B0604020202020204" pitchFamily="34" charset="0"/>
              <a:buChar char="•"/>
            </a:pPr>
            <a:r>
              <a:rPr lang="en-IE" sz="1000" dirty="0"/>
              <a:t>Symptoms ( Cough, Fatigue, Headache)</a:t>
            </a:r>
          </a:p>
          <a:p>
            <a:pPr>
              <a:lnSpc>
                <a:spcPct val="100000"/>
              </a:lnSpc>
              <a:buFont typeface="Arial" panose="020B0604020202020204" pitchFamily="34" charset="0"/>
              <a:buChar char="•"/>
            </a:pPr>
            <a:r>
              <a:rPr lang="en-IE" sz="1000" dirty="0"/>
              <a:t>Chronic Disease</a:t>
            </a:r>
          </a:p>
          <a:p>
            <a:pPr marL="0" indent="0">
              <a:lnSpc>
                <a:spcPct val="100000"/>
              </a:lnSpc>
              <a:buNone/>
            </a:pPr>
            <a:r>
              <a:rPr lang="en-IE" sz="1000" dirty="0"/>
              <a:t>The target variable for this model is the Risk Level</a:t>
            </a:r>
          </a:p>
          <a:p>
            <a:pPr marL="0" indent="0">
              <a:lnSpc>
                <a:spcPct val="100000"/>
              </a:lnSpc>
              <a:buNone/>
            </a:pPr>
            <a:r>
              <a:rPr lang="en-IE" sz="800" dirty="0"/>
              <a:t>  </a:t>
            </a:r>
          </a:p>
        </p:txBody>
      </p:sp>
      <p:pic>
        <p:nvPicPr>
          <p:cNvPr id="9" name="Picture 8">
            <a:extLst>
              <a:ext uri="{FF2B5EF4-FFF2-40B4-BE49-F238E27FC236}">
                <a16:creationId xmlns:a16="http://schemas.microsoft.com/office/drawing/2014/main" id="{E0E7ADA3-7338-CF23-B6D1-39BC168027EF}"/>
              </a:ext>
            </a:extLst>
          </p:cNvPr>
          <p:cNvPicPr>
            <a:picLocks noChangeAspect="1"/>
          </p:cNvPicPr>
          <p:nvPr/>
        </p:nvPicPr>
        <p:blipFill>
          <a:blip r:embed="rId3"/>
          <a:stretch>
            <a:fillRect/>
          </a:stretch>
        </p:blipFill>
        <p:spPr>
          <a:xfrm>
            <a:off x="4653447" y="2084542"/>
            <a:ext cx="6892560" cy="2343468"/>
          </a:xfrm>
          <a:prstGeom prst="rect">
            <a:avLst/>
          </a:prstGeom>
        </p:spPr>
      </p:pic>
      <p:sp>
        <p:nvSpPr>
          <p:cNvPr id="27" name="Rectangle 26">
            <a:extLst>
              <a:ext uri="{FF2B5EF4-FFF2-40B4-BE49-F238E27FC236}">
                <a16:creationId xmlns:a16="http://schemas.microsoft.com/office/drawing/2014/main" id="{6BF36B24-6632-4516-9692-731462896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Tree>
    <p:extLst>
      <p:ext uri="{BB962C8B-B14F-4D97-AF65-F5344CB8AC3E}">
        <p14:creationId xmlns:p14="http://schemas.microsoft.com/office/powerpoint/2010/main" val="1168005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9919" cy="6858000"/>
          </a:xfrm>
          <a:prstGeom prst="rect">
            <a:avLst/>
          </a:prstGeom>
          <a:solidFill>
            <a:srgbClr val="22254E"/>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
        <p:nvSpPr>
          <p:cNvPr id="2" name="Title 1">
            <a:extLst>
              <a:ext uri="{FF2B5EF4-FFF2-40B4-BE49-F238E27FC236}">
                <a16:creationId xmlns:a16="http://schemas.microsoft.com/office/drawing/2014/main" id="{BF6377B3-0A57-6798-B808-C1C8CE9BEE52}"/>
              </a:ext>
            </a:extLst>
          </p:cNvPr>
          <p:cNvSpPr>
            <a:spLocks noGrp="1"/>
          </p:cNvSpPr>
          <p:nvPr>
            <p:ph type="title"/>
          </p:nvPr>
        </p:nvSpPr>
        <p:spPr>
          <a:xfrm>
            <a:off x="492370" y="516836"/>
            <a:ext cx="3084844" cy="1961086"/>
          </a:xfrm>
        </p:spPr>
        <p:txBody>
          <a:bodyPr>
            <a:normAutofit/>
          </a:bodyPr>
          <a:lstStyle/>
          <a:p>
            <a:r>
              <a:rPr lang="en-IE" sz="4000">
                <a:solidFill>
                  <a:srgbClr val="FFFFFF"/>
                </a:solidFill>
              </a:rPr>
              <a:t>Data Cleaning</a:t>
            </a:r>
          </a:p>
        </p:txBody>
      </p:sp>
      <p:cxnSp>
        <p:nvCxnSpPr>
          <p:cNvPr id="24" name="Straight Connector 23">
            <a:extLst>
              <a:ext uri="{FF2B5EF4-FFF2-40B4-BE49-F238E27FC236}">
                <a16:creationId xmlns:a16="http://schemas.microsoft.com/office/drawing/2014/main" id="{E04A321A-A039-4720-87B4-66A4210E0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1752" y="2638787"/>
            <a:ext cx="2743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F9EF805-2F70-CC67-F482-42EA512E4F8F}"/>
              </a:ext>
            </a:extLst>
          </p:cNvPr>
          <p:cNvSpPr>
            <a:spLocks noGrp="1"/>
          </p:cNvSpPr>
          <p:nvPr>
            <p:ph idx="1"/>
          </p:nvPr>
        </p:nvSpPr>
        <p:spPr>
          <a:xfrm>
            <a:off x="571752" y="2799654"/>
            <a:ext cx="3005462" cy="3189665"/>
          </a:xfrm>
        </p:spPr>
        <p:txBody>
          <a:bodyPr>
            <a:normAutofit fontScale="92500" lnSpcReduction="10000"/>
          </a:bodyPr>
          <a:lstStyle/>
          <a:p>
            <a:pPr>
              <a:lnSpc>
                <a:spcPct val="100000"/>
              </a:lnSpc>
            </a:pPr>
            <a:r>
              <a:rPr lang="en-IE" sz="1000" dirty="0">
                <a:solidFill>
                  <a:srgbClr val="FFFFFF"/>
                </a:solidFill>
              </a:rPr>
              <a:t>As per the instructions, the dataset needed to be cleaned before it could be processed.</a:t>
            </a:r>
          </a:p>
          <a:p>
            <a:pPr>
              <a:lnSpc>
                <a:spcPct val="100000"/>
              </a:lnSpc>
            </a:pPr>
            <a:r>
              <a:rPr lang="en-IE" sz="1000" dirty="0">
                <a:solidFill>
                  <a:srgbClr val="FFFFFF"/>
                </a:solidFill>
              </a:rPr>
              <a:t>The following steps where taken during the cleaning process:</a:t>
            </a:r>
          </a:p>
          <a:p>
            <a:pPr marL="457200" indent="-457200">
              <a:lnSpc>
                <a:spcPct val="100000"/>
              </a:lnSpc>
              <a:buFont typeface="+mj-lt"/>
              <a:buAutoNum type="arabicPeriod"/>
            </a:pPr>
            <a:r>
              <a:rPr lang="en-IE" sz="1000" dirty="0">
                <a:solidFill>
                  <a:srgbClr val="FFFFFF"/>
                </a:solidFill>
              </a:rPr>
              <a:t>Handling of the missing values – mean replacement</a:t>
            </a:r>
          </a:p>
          <a:p>
            <a:pPr marL="457200" indent="-457200">
              <a:lnSpc>
                <a:spcPct val="100000"/>
              </a:lnSpc>
              <a:buFont typeface="+mj-lt"/>
              <a:buAutoNum type="arabicPeriod"/>
            </a:pPr>
            <a:r>
              <a:rPr lang="en-IE" sz="1000" dirty="0">
                <a:solidFill>
                  <a:srgbClr val="FFFFFF"/>
                </a:solidFill>
              </a:rPr>
              <a:t>Standardised gender values – either M or F rather that Male/M</a:t>
            </a:r>
          </a:p>
          <a:p>
            <a:pPr marL="457200" indent="-457200">
              <a:lnSpc>
                <a:spcPct val="100000"/>
              </a:lnSpc>
              <a:buFont typeface="+mj-lt"/>
              <a:buAutoNum type="arabicPeriod"/>
            </a:pPr>
            <a:r>
              <a:rPr lang="en-IE" sz="1000" dirty="0">
                <a:solidFill>
                  <a:srgbClr val="FFFFFF"/>
                </a:solidFill>
              </a:rPr>
              <a:t>Removed the unrealistic values  or the outliers– invalid age and extreme heart rate</a:t>
            </a:r>
          </a:p>
          <a:p>
            <a:pPr marL="457200" indent="-457200">
              <a:lnSpc>
                <a:spcPct val="100000"/>
              </a:lnSpc>
              <a:buFont typeface="+mj-lt"/>
              <a:buAutoNum type="arabicPeriod"/>
            </a:pPr>
            <a:r>
              <a:rPr lang="en-IE" sz="1000" dirty="0">
                <a:solidFill>
                  <a:srgbClr val="FFFFFF"/>
                </a:solidFill>
              </a:rPr>
              <a:t>Fixed the formatting issues – 39C became 39.0 – this made it more workable as numerical data</a:t>
            </a:r>
          </a:p>
          <a:p>
            <a:pPr marL="457200" indent="-457200">
              <a:lnSpc>
                <a:spcPct val="100000"/>
              </a:lnSpc>
              <a:buFont typeface="+mj-lt"/>
              <a:buAutoNum type="arabicPeriod"/>
            </a:pPr>
            <a:r>
              <a:rPr lang="en-IE" sz="1000" dirty="0">
                <a:solidFill>
                  <a:srgbClr val="FFFFFF"/>
                </a:solidFill>
              </a:rPr>
              <a:t>Converted the categorical data to numeric – made the process smoother for machine learning</a:t>
            </a:r>
          </a:p>
          <a:p>
            <a:pPr marL="457200" indent="-457200">
              <a:lnSpc>
                <a:spcPct val="100000"/>
              </a:lnSpc>
              <a:buFont typeface="+mj-lt"/>
              <a:buAutoNum type="arabicPeriod"/>
            </a:pPr>
            <a:endParaRPr lang="en-IE" sz="1000" dirty="0">
              <a:solidFill>
                <a:srgbClr val="FFFFFF"/>
              </a:solidFill>
            </a:endParaRPr>
          </a:p>
          <a:p>
            <a:pPr marL="457200" indent="-457200">
              <a:lnSpc>
                <a:spcPct val="100000"/>
              </a:lnSpc>
              <a:buFont typeface="+mj-lt"/>
              <a:buAutoNum type="arabicPeriod"/>
            </a:pPr>
            <a:endParaRPr lang="en-IE" sz="1000" dirty="0">
              <a:solidFill>
                <a:srgbClr val="FFFFFF"/>
              </a:solidFill>
            </a:endParaRPr>
          </a:p>
        </p:txBody>
      </p:sp>
      <p:pic>
        <p:nvPicPr>
          <p:cNvPr id="5" name="Picture 4">
            <a:extLst>
              <a:ext uri="{FF2B5EF4-FFF2-40B4-BE49-F238E27FC236}">
                <a16:creationId xmlns:a16="http://schemas.microsoft.com/office/drawing/2014/main" id="{ED00F3F8-A272-C845-7570-531E52190ED9}"/>
              </a:ext>
            </a:extLst>
          </p:cNvPr>
          <p:cNvPicPr>
            <a:picLocks noChangeAspect="1"/>
          </p:cNvPicPr>
          <p:nvPr/>
        </p:nvPicPr>
        <p:blipFill>
          <a:blip r:embed="rId3"/>
          <a:stretch>
            <a:fillRect/>
          </a:stretch>
        </p:blipFill>
        <p:spPr>
          <a:xfrm>
            <a:off x="4742017" y="2825671"/>
            <a:ext cx="6798082" cy="1206658"/>
          </a:xfrm>
          <a:prstGeom prst="rect">
            <a:avLst/>
          </a:prstGeom>
        </p:spPr>
      </p:pic>
    </p:spTree>
    <p:extLst>
      <p:ext uri="{BB962C8B-B14F-4D97-AF65-F5344CB8AC3E}">
        <p14:creationId xmlns:p14="http://schemas.microsoft.com/office/powerpoint/2010/main" val="1646771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77B6D4-93F3-E733-9A6D-4DE315BE572E}"/>
              </a:ext>
            </a:extLst>
          </p:cNvPr>
          <p:cNvSpPr>
            <a:spLocks noGrp="1"/>
          </p:cNvSpPr>
          <p:nvPr>
            <p:ph type="title"/>
          </p:nvPr>
        </p:nvSpPr>
        <p:spPr>
          <a:xfrm>
            <a:off x="1036320" y="286603"/>
            <a:ext cx="10058400" cy="1450757"/>
          </a:xfrm>
        </p:spPr>
        <p:txBody>
          <a:bodyPr>
            <a:normAutofit/>
          </a:bodyPr>
          <a:lstStyle/>
          <a:p>
            <a:r>
              <a:rPr lang="en-IE" dirty="0"/>
              <a:t>Feature Selection</a:t>
            </a:r>
          </a:p>
        </p:txBody>
      </p:sp>
      <p:cxnSp>
        <p:nvCxnSpPr>
          <p:cNvPr id="12" name="Straight Connector 11">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06573" y="1895846"/>
            <a:ext cx="978408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7" name="Graphic 6" descr="Employee Badge">
            <a:extLst>
              <a:ext uri="{FF2B5EF4-FFF2-40B4-BE49-F238E27FC236}">
                <a16:creationId xmlns:a16="http://schemas.microsoft.com/office/drawing/2014/main" id="{7D22D63D-21E6-E2C7-A528-A5C63AC41C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1509" y="2472903"/>
            <a:ext cx="3031484" cy="3031484"/>
          </a:xfrm>
          <a:prstGeom prst="rect">
            <a:avLst/>
          </a:prstGeom>
        </p:spPr>
      </p:pic>
      <p:sp>
        <p:nvSpPr>
          <p:cNvPr id="3" name="Content Placeholder 2">
            <a:extLst>
              <a:ext uri="{FF2B5EF4-FFF2-40B4-BE49-F238E27FC236}">
                <a16:creationId xmlns:a16="http://schemas.microsoft.com/office/drawing/2014/main" id="{11E091A5-6AE1-7386-62F4-CD831EAE2C1C}"/>
              </a:ext>
            </a:extLst>
          </p:cNvPr>
          <p:cNvSpPr>
            <a:spLocks noGrp="1"/>
          </p:cNvSpPr>
          <p:nvPr>
            <p:ph idx="1"/>
          </p:nvPr>
        </p:nvSpPr>
        <p:spPr>
          <a:xfrm>
            <a:off x="4706460" y="2108201"/>
            <a:ext cx="6388260" cy="3760891"/>
          </a:xfrm>
        </p:spPr>
        <p:txBody>
          <a:bodyPr>
            <a:normAutofit/>
          </a:bodyPr>
          <a:lstStyle/>
          <a:p>
            <a:pPr>
              <a:lnSpc>
                <a:spcPct val="100000"/>
              </a:lnSpc>
            </a:pPr>
            <a:r>
              <a:rPr lang="en-IE" dirty="0"/>
              <a:t>Not all the information in the dataset was relevant for the purposes of this experiment. The </a:t>
            </a:r>
            <a:r>
              <a:rPr lang="en-IE" dirty="0" err="1"/>
              <a:t>Patient_ID</a:t>
            </a:r>
            <a:r>
              <a:rPr lang="en-IE" dirty="0"/>
              <a:t> was one such column that was removed.</a:t>
            </a:r>
          </a:p>
          <a:p>
            <a:pPr>
              <a:lnSpc>
                <a:spcPct val="100000"/>
              </a:lnSpc>
            </a:pPr>
            <a:r>
              <a:rPr lang="en-IE" dirty="0"/>
              <a:t>The following are a the selected key medical features used in this experiment:</a:t>
            </a:r>
          </a:p>
          <a:p>
            <a:pPr marL="457200" indent="-457200">
              <a:lnSpc>
                <a:spcPct val="100000"/>
              </a:lnSpc>
              <a:buFont typeface="+mj-lt"/>
              <a:buAutoNum type="arabicPeriod"/>
            </a:pPr>
            <a:r>
              <a:rPr lang="en-IE" dirty="0"/>
              <a:t>Temperature</a:t>
            </a:r>
          </a:p>
          <a:p>
            <a:pPr marL="457200" indent="-457200">
              <a:lnSpc>
                <a:spcPct val="100000"/>
              </a:lnSpc>
              <a:buFont typeface="+mj-lt"/>
              <a:buAutoNum type="arabicPeriod"/>
            </a:pPr>
            <a:r>
              <a:rPr lang="en-IE" dirty="0"/>
              <a:t>Heart Rate</a:t>
            </a:r>
          </a:p>
          <a:p>
            <a:pPr marL="457200" indent="-457200">
              <a:lnSpc>
                <a:spcPct val="100000"/>
              </a:lnSpc>
              <a:buFont typeface="+mj-lt"/>
              <a:buAutoNum type="arabicPeriod"/>
            </a:pPr>
            <a:r>
              <a:rPr lang="en-IE" dirty="0"/>
              <a:t>Blood Oxygen</a:t>
            </a:r>
          </a:p>
          <a:p>
            <a:pPr marL="457200" indent="-457200">
              <a:lnSpc>
                <a:spcPct val="100000"/>
              </a:lnSpc>
              <a:buFont typeface="+mj-lt"/>
              <a:buAutoNum type="arabicPeriod"/>
            </a:pPr>
            <a:r>
              <a:rPr lang="en-IE" dirty="0"/>
              <a:t>Symptoms</a:t>
            </a:r>
          </a:p>
          <a:p>
            <a:pPr marL="0" indent="0">
              <a:lnSpc>
                <a:spcPct val="100000"/>
              </a:lnSpc>
              <a:buNone/>
            </a:pPr>
            <a:endParaRPr lang="en-IE" dirty="0"/>
          </a:p>
          <a:p>
            <a:pPr>
              <a:lnSpc>
                <a:spcPct val="100000"/>
              </a:lnSpc>
            </a:pPr>
            <a:endParaRPr lang="en-IE" dirty="0"/>
          </a:p>
        </p:txBody>
      </p:sp>
      <p:sp>
        <p:nvSpPr>
          <p:cNvPr id="14" name="Rectangle 13">
            <a:extLst>
              <a:ext uri="{FF2B5EF4-FFF2-40B4-BE49-F238E27FC236}">
                <a16:creationId xmlns:a16="http://schemas.microsoft.com/office/drawing/2014/main" id="{0B2EDFE5-9478-4774-9D3D-FEC7DC708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Tree>
    <p:extLst>
      <p:ext uri="{BB962C8B-B14F-4D97-AF65-F5344CB8AC3E}">
        <p14:creationId xmlns:p14="http://schemas.microsoft.com/office/powerpoint/2010/main" val="1851383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0"/>
            <a:ext cx="12188952" cy="1905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
        <p:nvSpPr>
          <p:cNvPr id="2" name="Title 1">
            <a:extLst>
              <a:ext uri="{FF2B5EF4-FFF2-40B4-BE49-F238E27FC236}">
                <a16:creationId xmlns:a16="http://schemas.microsoft.com/office/drawing/2014/main" id="{95E92749-0593-0133-C363-0C7BA513EA68}"/>
              </a:ext>
            </a:extLst>
          </p:cNvPr>
          <p:cNvSpPr>
            <a:spLocks noGrp="1"/>
          </p:cNvSpPr>
          <p:nvPr>
            <p:ph type="title"/>
          </p:nvPr>
        </p:nvSpPr>
        <p:spPr>
          <a:xfrm>
            <a:off x="1097280" y="286603"/>
            <a:ext cx="10058400" cy="1450757"/>
          </a:xfrm>
        </p:spPr>
        <p:txBody>
          <a:bodyPr anchor="ctr">
            <a:normAutofit/>
          </a:bodyPr>
          <a:lstStyle/>
          <a:p>
            <a:r>
              <a:rPr lang="en-IE">
                <a:solidFill>
                  <a:srgbClr val="FFFFFF"/>
                </a:solidFill>
              </a:rPr>
              <a:t>Model Choice</a:t>
            </a:r>
          </a:p>
        </p:txBody>
      </p:sp>
      <p:sp>
        <p:nvSpPr>
          <p:cNvPr id="3" name="Content Placeholder 2">
            <a:extLst>
              <a:ext uri="{FF2B5EF4-FFF2-40B4-BE49-F238E27FC236}">
                <a16:creationId xmlns:a16="http://schemas.microsoft.com/office/drawing/2014/main" id="{C771974F-5BAC-4615-3073-7EE97BB8EB71}"/>
              </a:ext>
            </a:extLst>
          </p:cNvPr>
          <p:cNvSpPr>
            <a:spLocks noGrp="1"/>
          </p:cNvSpPr>
          <p:nvPr>
            <p:ph idx="1"/>
          </p:nvPr>
        </p:nvSpPr>
        <p:spPr>
          <a:xfrm>
            <a:off x="1096963" y="2675694"/>
            <a:ext cx="10058400" cy="3193294"/>
          </a:xfrm>
        </p:spPr>
        <p:txBody>
          <a:bodyPr>
            <a:normAutofit fontScale="92500" lnSpcReduction="10000"/>
          </a:bodyPr>
          <a:lstStyle/>
          <a:p>
            <a:pPr>
              <a:lnSpc>
                <a:spcPct val="100000"/>
              </a:lnSpc>
            </a:pPr>
            <a:r>
              <a:rPr lang="en-IE" dirty="0"/>
              <a:t>The choice was made to implement a Decision Tree model as it most closet resembles how a medical professional would make decisions. It also proved to be more suitable for classification problems such as this.</a:t>
            </a:r>
          </a:p>
          <a:p>
            <a:pPr>
              <a:lnSpc>
                <a:spcPct val="100000"/>
              </a:lnSpc>
            </a:pPr>
            <a:r>
              <a:rPr lang="en-IE" dirty="0"/>
              <a:t>The following were primary reasons for choosing a Decision Tree model:</a:t>
            </a:r>
          </a:p>
          <a:p>
            <a:pPr marL="457200" indent="-457200">
              <a:lnSpc>
                <a:spcPct val="100000"/>
              </a:lnSpc>
              <a:buFont typeface="+mj-lt"/>
              <a:buAutoNum type="arabicPeriod"/>
            </a:pPr>
            <a:r>
              <a:rPr lang="en-IE" dirty="0"/>
              <a:t>Easy to understand</a:t>
            </a:r>
          </a:p>
          <a:p>
            <a:pPr marL="457200" indent="-457200">
              <a:lnSpc>
                <a:spcPct val="100000"/>
              </a:lnSpc>
              <a:buFont typeface="+mj-lt"/>
              <a:buAutoNum type="arabicPeriod"/>
            </a:pPr>
            <a:r>
              <a:rPr lang="en-IE" dirty="0"/>
              <a:t>Interpretable</a:t>
            </a:r>
          </a:p>
          <a:p>
            <a:pPr marL="457200" indent="-457200">
              <a:lnSpc>
                <a:spcPct val="100000"/>
              </a:lnSpc>
              <a:buFont typeface="+mj-lt"/>
              <a:buAutoNum type="arabicPeriod"/>
            </a:pPr>
            <a:r>
              <a:rPr lang="en-IE" dirty="0"/>
              <a:t>Mimics doctor based decision making</a:t>
            </a:r>
          </a:p>
          <a:p>
            <a:pPr marL="457200" indent="-457200">
              <a:lnSpc>
                <a:spcPct val="100000"/>
              </a:lnSpc>
              <a:buFont typeface="+mj-lt"/>
              <a:buAutoNum type="arabicPeriod"/>
            </a:pPr>
            <a:r>
              <a:rPr lang="en-IE" dirty="0"/>
              <a:t>Uses rule-based logic</a:t>
            </a:r>
          </a:p>
          <a:p>
            <a:pPr marL="457200" indent="-457200">
              <a:lnSpc>
                <a:spcPct val="100000"/>
              </a:lnSpc>
              <a:buFont typeface="+mj-lt"/>
              <a:buAutoNum type="arabicPeriod"/>
            </a:pPr>
            <a:endParaRPr lang="en-IE" dirty="0"/>
          </a:p>
          <a:p>
            <a:pPr marL="0" indent="0">
              <a:lnSpc>
                <a:spcPct val="100000"/>
              </a:lnSpc>
              <a:buNone/>
            </a:pPr>
            <a:endParaRPr lang="en-IE" dirty="0"/>
          </a:p>
        </p:txBody>
      </p:sp>
      <p:sp>
        <p:nvSpPr>
          <p:cNvPr id="12" name="Rectangle 11">
            <a:extLst>
              <a:ext uri="{FF2B5EF4-FFF2-40B4-BE49-F238E27FC236}">
                <a16:creationId xmlns:a16="http://schemas.microsoft.com/office/drawing/2014/main" id="{9B834327-03F1-4931-8261-971373A5A6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Tree>
    <p:extLst>
      <p:ext uri="{BB962C8B-B14F-4D97-AF65-F5344CB8AC3E}">
        <p14:creationId xmlns:p14="http://schemas.microsoft.com/office/powerpoint/2010/main" val="296928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4BFEF-2DAB-FBD3-7B17-59DD44FBB20A}"/>
              </a:ext>
            </a:extLst>
          </p:cNvPr>
          <p:cNvSpPr>
            <a:spLocks noGrp="1"/>
          </p:cNvSpPr>
          <p:nvPr>
            <p:ph type="title"/>
          </p:nvPr>
        </p:nvSpPr>
        <p:spPr/>
        <p:txBody>
          <a:bodyPr/>
          <a:lstStyle/>
          <a:p>
            <a:r>
              <a:rPr lang="en-IE" dirty="0"/>
              <a:t>Code Section</a:t>
            </a:r>
          </a:p>
        </p:txBody>
      </p:sp>
      <p:sp>
        <p:nvSpPr>
          <p:cNvPr id="3" name="Content Placeholder 2">
            <a:extLst>
              <a:ext uri="{FF2B5EF4-FFF2-40B4-BE49-F238E27FC236}">
                <a16:creationId xmlns:a16="http://schemas.microsoft.com/office/drawing/2014/main" id="{21CFC79E-0C49-D0D4-52DB-ACDEA4BB0900}"/>
              </a:ext>
            </a:extLst>
          </p:cNvPr>
          <p:cNvSpPr>
            <a:spLocks noGrp="1"/>
          </p:cNvSpPr>
          <p:nvPr>
            <p:ph idx="1"/>
          </p:nvPr>
        </p:nvSpPr>
        <p:spPr/>
        <p:txBody>
          <a:bodyPr/>
          <a:lstStyle/>
          <a:p>
            <a:endParaRPr lang="en-IE" dirty="0"/>
          </a:p>
        </p:txBody>
      </p:sp>
    </p:spTree>
    <p:extLst>
      <p:ext uri="{BB962C8B-B14F-4D97-AF65-F5344CB8AC3E}">
        <p14:creationId xmlns:p14="http://schemas.microsoft.com/office/powerpoint/2010/main" val="1529915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F6F56-6D7A-28BE-5308-E1EB4395F936}"/>
              </a:ext>
            </a:extLst>
          </p:cNvPr>
          <p:cNvSpPr>
            <a:spLocks noGrp="1"/>
          </p:cNvSpPr>
          <p:nvPr>
            <p:ph type="title"/>
          </p:nvPr>
        </p:nvSpPr>
        <p:spPr/>
        <p:txBody>
          <a:bodyPr/>
          <a:lstStyle/>
          <a:p>
            <a:r>
              <a:rPr lang="en-IE" dirty="0"/>
              <a:t>Model Results</a:t>
            </a:r>
          </a:p>
        </p:txBody>
      </p:sp>
      <p:sp>
        <p:nvSpPr>
          <p:cNvPr id="3" name="Content Placeholder 2">
            <a:extLst>
              <a:ext uri="{FF2B5EF4-FFF2-40B4-BE49-F238E27FC236}">
                <a16:creationId xmlns:a16="http://schemas.microsoft.com/office/drawing/2014/main" id="{335B5E27-D5A8-A68D-002C-AAF9F1B37A20}"/>
              </a:ext>
            </a:extLst>
          </p:cNvPr>
          <p:cNvSpPr>
            <a:spLocks noGrp="1"/>
          </p:cNvSpPr>
          <p:nvPr>
            <p:ph idx="1"/>
          </p:nvPr>
        </p:nvSpPr>
        <p:spPr/>
        <p:txBody>
          <a:bodyPr/>
          <a:lstStyle/>
          <a:p>
            <a:endParaRPr lang="en-IE"/>
          </a:p>
        </p:txBody>
      </p:sp>
    </p:spTree>
    <p:extLst>
      <p:ext uri="{BB962C8B-B14F-4D97-AF65-F5344CB8AC3E}">
        <p14:creationId xmlns:p14="http://schemas.microsoft.com/office/powerpoint/2010/main" val="1441511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FA479-45B9-E724-9789-338CD13B8472}"/>
              </a:ext>
            </a:extLst>
          </p:cNvPr>
          <p:cNvSpPr>
            <a:spLocks noGrp="1"/>
          </p:cNvSpPr>
          <p:nvPr>
            <p:ph type="title"/>
          </p:nvPr>
        </p:nvSpPr>
        <p:spPr/>
        <p:txBody>
          <a:bodyPr/>
          <a:lstStyle/>
          <a:p>
            <a:r>
              <a:rPr lang="en-IE" dirty="0"/>
              <a:t>Confusion Matrix</a:t>
            </a:r>
          </a:p>
        </p:txBody>
      </p:sp>
      <p:sp>
        <p:nvSpPr>
          <p:cNvPr id="3" name="Content Placeholder 2">
            <a:extLst>
              <a:ext uri="{FF2B5EF4-FFF2-40B4-BE49-F238E27FC236}">
                <a16:creationId xmlns:a16="http://schemas.microsoft.com/office/drawing/2014/main" id="{585CB534-4202-16D6-409F-EEDCB32B00DC}"/>
              </a:ext>
            </a:extLst>
          </p:cNvPr>
          <p:cNvSpPr>
            <a:spLocks noGrp="1"/>
          </p:cNvSpPr>
          <p:nvPr>
            <p:ph idx="1"/>
          </p:nvPr>
        </p:nvSpPr>
        <p:spPr/>
        <p:txBody>
          <a:bodyPr/>
          <a:lstStyle/>
          <a:p>
            <a:endParaRPr lang="en-IE"/>
          </a:p>
        </p:txBody>
      </p:sp>
    </p:spTree>
    <p:extLst>
      <p:ext uri="{BB962C8B-B14F-4D97-AF65-F5344CB8AC3E}">
        <p14:creationId xmlns:p14="http://schemas.microsoft.com/office/powerpoint/2010/main" val="1661221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5CA2A-4B5B-A79B-BFF4-41D7D11D9EC4}"/>
              </a:ext>
            </a:extLst>
          </p:cNvPr>
          <p:cNvSpPr>
            <a:spLocks noGrp="1"/>
          </p:cNvSpPr>
          <p:nvPr>
            <p:ph type="title"/>
          </p:nvPr>
        </p:nvSpPr>
        <p:spPr/>
        <p:txBody>
          <a:bodyPr/>
          <a:lstStyle/>
          <a:p>
            <a:r>
              <a:rPr lang="en-IE"/>
              <a:t>Feature Importance</a:t>
            </a:r>
            <a:endParaRPr lang="en-IE" dirty="0"/>
          </a:p>
        </p:txBody>
      </p:sp>
      <p:sp>
        <p:nvSpPr>
          <p:cNvPr id="3" name="Content Placeholder 2">
            <a:extLst>
              <a:ext uri="{FF2B5EF4-FFF2-40B4-BE49-F238E27FC236}">
                <a16:creationId xmlns:a16="http://schemas.microsoft.com/office/drawing/2014/main" id="{744B13CE-4EB1-3B11-6275-56F05C25A111}"/>
              </a:ext>
            </a:extLst>
          </p:cNvPr>
          <p:cNvSpPr>
            <a:spLocks noGrp="1"/>
          </p:cNvSpPr>
          <p:nvPr>
            <p:ph idx="1"/>
          </p:nvPr>
        </p:nvSpPr>
        <p:spPr/>
        <p:txBody>
          <a:bodyPr/>
          <a:lstStyle/>
          <a:p>
            <a:endParaRPr lang="en-IE"/>
          </a:p>
        </p:txBody>
      </p:sp>
    </p:spTree>
    <p:extLst>
      <p:ext uri="{BB962C8B-B14F-4D97-AF65-F5344CB8AC3E}">
        <p14:creationId xmlns:p14="http://schemas.microsoft.com/office/powerpoint/2010/main" val="2398319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90E83-98A4-335A-6696-511B69825B7F}"/>
              </a:ext>
            </a:extLst>
          </p:cNvPr>
          <p:cNvSpPr>
            <a:spLocks noGrp="1"/>
          </p:cNvSpPr>
          <p:nvPr>
            <p:ph type="title"/>
          </p:nvPr>
        </p:nvSpPr>
        <p:spPr/>
        <p:txBody>
          <a:bodyPr/>
          <a:lstStyle/>
          <a:p>
            <a:r>
              <a:rPr lang="en-IE" dirty="0"/>
              <a:t>Decision Tree</a:t>
            </a:r>
          </a:p>
        </p:txBody>
      </p:sp>
      <p:sp>
        <p:nvSpPr>
          <p:cNvPr id="3" name="Content Placeholder 2">
            <a:extLst>
              <a:ext uri="{FF2B5EF4-FFF2-40B4-BE49-F238E27FC236}">
                <a16:creationId xmlns:a16="http://schemas.microsoft.com/office/drawing/2014/main" id="{A9E1C350-4870-06F9-27CE-F60DF63E4F4B}"/>
              </a:ext>
            </a:extLst>
          </p:cNvPr>
          <p:cNvSpPr>
            <a:spLocks noGrp="1"/>
          </p:cNvSpPr>
          <p:nvPr>
            <p:ph idx="1"/>
          </p:nvPr>
        </p:nvSpPr>
        <p:spPr/>
        <p:txBody>
          <a:bodyPr/>
          <a:lstStyle/>
          <a:p>
            <a:endParaRPr lang="en-IE"/>
          </a:p>
        </p:txBody>
      </p:sp>
    </p:spTree>
    <p:extLst>
      <p:ext uri="{BB962C8B-B14F-4D97-AF65-F5344CB8AC3E}">
        <p14:creationId xmlns:p14="http://schemas.microsoft.com/office/powerpoint/2010/main" val="2602244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8DD82D3-D002-45B0-B16A-82B3DA4EFD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08E961-77FB-29AB-AFD6-12E9356420F8}"/>
              </a:ext>
            </a:extLst>
          </p:cNvPr>
          <p:cNvSpPr>
            <a:spLocks noGrp="1"/>
          </p:cNvSpPr>
          <p:nvPr>
            <p:ph type="title"/>
          </p:nvPr>
        </p:nvSpPr>
        <p:spPr>
          <a:xfrm>
            <a:off x="643468" y="643467"/>
            <a:ext cx="3073550" cy="5126203"/>
          </a:xfrm>
        </p:spPr>
        <p:txBody>
          <a:bodyPr anchor="ctr">
            <a:normAutofit/>
          </a:bodyPr>
          <a:lstStyle/>
          <a:p>
            <a:pPr algn="r"/>
            <a:r>
              <a:rPr lang="en-IE" sz="4300"/>
              <a:t>Conclusion</a:t>
            </a:r>
          </a:p>
        </p:txBody>
      </p:sp>
      <p:cxnSp>
        <p:nvCxnSpPr>
          <p:cNvPr id="10" name="Straight Connector 9">
            <a:extLst>
              <a:ext uri="{FF2B5EF4-FFF2-40B4-BE49-F238E27FC236}">
                <a16:creationId xmlns:a16="http://schemas.microsoft.com/office/drawing/2014/main" id="{9F09C252-16FE-4557-AD6D-BB5CA77349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42052" y="1778497"/>
            <a:ext cx="0" cy="3200400"/>
          </a:xfrm>
          <a:prstGeom prst="line">
            <a:avLst/>
          </a:prstGeom>
          <a:ln w="1905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4DDF63D-3E22-869C-2973-79ACC1D57CA4}"/>
              </a:ext>
            </a:extLst>
          </p:cNvPr>
          <p:cNvSpPr>
            <a:spLocks noGrp="1"/>
          </p:cNvSpPr>
          <p:nvPr>
            <p:ph idx="1"/>
          </p:nvPr>
        </p:nvSpPr>
        <p:spPr>
          <a:xfrm>
            <a:off x="4363786" y="621697"/>
            <a:ext cx="6791894" cy="5147973"/>
          </a:xfrm>
        </p:spPr>
        <p:txBody>
          <a:bodyPr anchor="ctr">
            <a:normAutofit/>
          </a:bodyPr>
          <a:lstStyle/>
          <a:p>
            <a:r>
              <a:rPr lang="en-IE" dirty="0"/>
              <a:t>After completing this experiment, the following conclusions were made:</a:t>
            </a:r>
          </a:p>
          <a:p>
            <a:pPr>
              <a:buFont typeface="Wingdings" panose="05000000000000000000" pitchFamily="2" charset="2"/>
              <a:buChar char="v"/>
            </a:pPr>
            <a:r>
              <a:rPr lang="en-IE" dirty="0"/>
              <a:t>Machine learning can support medical decisions</a:t>
            </a:r>
          </a:p>
          <a:p>
            <a:pPr>
              <a:buFont typeface="Wingdings" panose="05000000000000000000" pitchFamily="2" charset="2"/>
              <a:buChar char="v"/>
            </a:pPr>
            <a:r>
              <a:rPr lang="en-IE" dirty="0"/>
              <a:t>The model itself performed well in its given task</a:t>
            </a:r>
          </a:p>
          <a:p>
            <a:pPr>
              <a:buFont typeface="Wingdings" panose="05000000000000000000" pitchFamily="2" charset="2"/>
              <a:buChar char="v"/>
            </a:pPr>
            <a:r>
              <a:rPr lang="en-IE" dirty="0"/>
              <a:t>The overall experiment demonstrates AI’s potential in the healthcare sector. </a:t>
            </a:r>
          </a:p>
        </p:txBody>
      </p:sp>
      <p:sp>
        <p:nvSpPr>
          <p:cNvPr id="12" name="Rectangle 11">
            <a:extLst>
              <a:ext uri="{FF2B5EF4-FFF2-40B4-BE49-F238E27FC236}">
                <a16:creationId xmlns:a16="http://schemas.microsoft.com/office/drawing/2014/main" id="{14552793-7DFF-4EC7-AC69-D34A75D018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Tree>
    <p:extLst>
      <p:ext uri="{BB962C8B-B14F-4D97-AF65-F5344CB8AC3E}">
        <p14:creationId xmlns:p14="http://schemas.microsoft.com/office/powerpoint/2010/main" val="96089301"/>
      </p:ext>
    </p:extLst>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Avenir Next LT Pro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venir Next LT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7855545-00bb-4800-a65f-e79104ec0fc4}" enabled="0" method="" siteId="{47855545-00bb-4800-a65f-e79104ec0fc4}" removed="1"/>
</clbl:labelList>
</file>

<file path=docProps/app.xml><?xml version="1.0" encoding="utf-8"?>
<Properties xmlns="http://schemas.openxmlformats.org/officeDocument/2006/extended-properties" xmlns:vt="http://schemas.openxmlformats.org/officeDocument/2006/docPropsVTypes">
  <TotalTime>404</TotalTime>
  <Words>827</Words>
  <Application>Microsoft Office PowerPoint</Application>
  <PresentationFormat>Widescreen</PresentationFormat>
  <Paragraphs>80</Paragraphs>
  <Slides>14</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Avenir Next LT Pro</vt:lpstr>
      <vt:lpstr>Avenir Next LT Pro Light</vt:lpstr>
      <vt:lpstr>Calibri</vt:lpstr>
      <vt:lpstr>Wingdings</vt:lpstr>
      <vt:lpstr>RetrospectVTI</vt:lpstr>
      <vt:lpstr>Triage Dataset </vt:lpstr>
      <vt:lpstr>AI Medical Doctor: Predicting Patient Risk Using Machine Learning</vt:lpstr>
      <vt:lpstr>Project Aim</vt:lpstr>
      <vt:lpstr>Research Question</vt:lpstr>
      <vt:lpstr>Dataset Description</vt:lpstr>
      <vt:lpstr>Data Cleaning</vt:lpstr>
      <vt:lpstr>Feature Selection</vt:lpstr>
      <vt:lpstr>Model Choice</vt:lpstr>
      <vt:lpstr>Code Section</vt:lpstr>
      <vt:lpstr>Model Results</vt:lpstr>
      <vt:lpstr>Confusion Matrix</vt:lpstr>
      <vt:lpstr>Feature Importance</vt:lpstr>
      <vt:lpstr>Decision Tree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Oisin Gibson - STUDENT</dc:creator>
  <cp:lastModifiedBy>Oisin Gibson - STUDENT</cp:lastModifiedBy>
  <cp:revision>1</cp:revision>
  <dcterms:created xsi:type="dcterms:W3CDTF">2026-03-23T11:17:36Z</dcterms:created>
  <dcterms:modified xsi:type="dcterms:W3CDTF">2026-04-02T22:05:57Z</dcterms:modified>
</cp:coreProperties>
</file>