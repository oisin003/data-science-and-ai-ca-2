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2.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8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70" r:id="rId13"/>
    <p:sldId id="267" r:id="rId14"/>
    <p:sldId id="268" r:id="rId15"/>
    <p:sldId id="269"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BFA0BEF-D199-4FE0-8730-DA8F34E47C79}" v="36" dt="2026-04-10T09:24:22.51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21" autoAdjust="0"/>
    <p:restoredTop sz="90883" autoAdjust="0"/>
  </p:normalViewPr>
  <p:slideViewPr>
    <p:cSldViewPr snapToGrid="0">
      <p:cViewPr varScale="1">
        <p:scale>
          <a:sx n="63" d="100"/>
          <a:sy n="63" d="100"/>
        </p:scale>
        <p:origin x="800" y="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Oisin Gibson - STUDENT" userId="ed51d723-880b-49b1-825d-dc1bedda07ba" providerId="ADAL" clId="{EDDB1762-DBC6-4255-8F00-AAC25EF48E3C}"/>
    <pc:docChg chg="undo custSel modSld addMainMaster delMainMaster">
      <pc:chgData name="Oisin Gibson - STUDENT" userId="ed51d723-880b-49b1-825d-dc1bedda07ba" providerId="ADAL" clId="{EDDB1762-DBC6-4255-8F00-AAC25EF48E3C}" dt="2026-03-23T11:20:20.975" v="28" actId="26606"/>
      <pc:docMkLst>
        <pc:docMk/>
      </pc:docMkLst>
      <pc:sldChg chg="addSp delSp modSp mod setBg modClrScheme setClrOvrMap chgLayout">
        <pc:chgData name="Oisin Gibson - STUDENT" userId="ed51d723-880b-49b1-825d-dc1bedda07ba" providerId="ADAL" clId="{EDDB1762-DBC6-4255-8F00-AAC25EF48E3C}" dt="2026-03-23T11:20:20.975" v="28" actId="26606"/>
        <pc:sldMkLst>
          <pc:docMk/>
          <pc:sldMk cId="683808358" sldId="256"/>
        </pc:sldMkLst>
        <pc:spChg chg="mod ord">
          <ac:chgData name="Oisin Gibson - STUDENT" userId="ed51d723-880b-49b1-825d-dc1bedda07ba" providerId="ADAL" clId="{EDDB1762-DBC6-4255-8F00-AAC25EF48E3C}" dt="2026-03-23T11:20:20.975" v="28" actId="26606"/>
          <ac:spMkLst>
            <pc:docMk/>
            <pc:sldMk cId="683808358" sldId="256"/>
            <ac:spMk id="2" creationId="{52A227A2-573A-3D9F-C69D-D2DD7E5EDFF8}"/>
          </ac:spMkLst>
        </pc:spChg>
        <pc:spChg chg="mod ord">
          <ac:chgData name="Oisin Gibson - STUDENT" userId="ed51d723-880b-49b1-825d-dc1bedda07ba" providerId="ADAL" clId="{EDDB1762-DBC6-4255-8F00-AAC25EF48E3C}" dt="2026-03-23T11:20:20.975" v="28" actId="26606"/>
          <ac:spMkLst>
            <pc:docMk/>
            <pc:sldMk cId="683808358" sldId="256"/>
            <ac:spMk id="3" creationId="{81AC14BF-AB1F-D63E-E3A0-29D78EF07F45}"/>
          </ac:spMkLst>
        </pc:spChg>
        <pc:spChg chg="add">
          <ac:chgData name="Oisin Gibson - STUDENT" userId="ed51d723-880b-49b1-825d-dc1bedda07ba" providerId="ADAL" clId="{EDDB1762-DBC6-4255-8F00-AAC25EF48E3C}" dt="2026-03-23T11:20:20.975" v="28" actId="26606"/>
          <ac:spMkLst>
            <pc:docMk/>
            <pc:sldMk cId="683808358" sldId="256"/>
            <ac:spMk id="52" creationId="{7319A1DD-F557-4EC6-8A8C-F7617B4CD678}"/>
          </ac:spMkLst>
        </pc:spChg>
        <pc:spChg chg="add">
          <ac:chgData name="Oisin Gibson - STUDENT" userId="ed51d723-880b-49b1-825d-dc1bedda07ba" providerId="ADAL" clId="{EDDB1762-DBC6-4255-8F00-AAC25EF48E3C}" dt="2026-03-23T11:20:20.975" v="28" actId="26606"/>
          <ac:spMkLst>
            <pc:docMk/>
            <pc:sldMk cId="683808358" sldId="256"/>
            <ac:spMk id="56" creationId="{C390A367-0330-4E03-9D5F-40308A7975C8}"/>
          </ac:spMkLst>
        </pc:spChg>
        <pc:picChg chg="add">
          <ac:chgData name="Oisin Gibson - STUDENT" userId="ed51d723-880b-49b1-825d-dc1bedda07ba" providerId="ADAL" clId="{EDDB1762-DBC6-4255-8F00-AAC25EF48E3C}" dt="2026-03-23T11:19:34.036" v="10" actId="26606"/>
          <ac:picMkLst>
            <pc:docMk/>
            <pc:sldMk cId="683808358" sldId="256"/>
            <ac:picMk id="43" creationId="{E9EA0270-83A6-B153-BA73-7E0972444B49}"/>
          </ac:picMkLst>
        </pc:picChg>
      </pc:sldChg>
      <pc:sldMasterChg chg="add addSldLayout">
        <pc:chgData name="Oisin Gibson - STUDENT" userId="ed51d723-880b-49b1-825d-dc1bedda07ba" providerId="ADAL" clId="{EDDB1762-DBC6-4255-8F00-AAC25EF48E3C}" dt="2026-03-23T11:20:20.975" v="28" actId="26606"/>
        <pc:sldMasterMkLst>
          <pc:docMk/>
          <pc:sldMasterMk cId="1298290680" sldId="2147483788"/>
        </pc:sldMasterMkLst>
        <pc:sldLayoutChg chg="add">
          <pc:chgData name="Oisin Gibson - STUDENT" userId="ed51d723-880b-49b1-825d-dc1bedda07ba" providerId="ADAL" clId="{EDDB1762-DBC6-4255-8F00-AAC25EF48E3C}" dt="2026-03-23T11:20:20.975" v="28" actId="26606"/>
          <pc:sldLayoutMkLst>
            <pc:docMk/>
            <pc:sldMasterMk cId="1298290680" sldId="2147483788"/>
            <pc:sldLayoutMk cId="3975672599" sldId="2147483777"/>
          </pc:sldLayoutMkLst>
        </pc:sldLayoutChg>
        <pc:sldLayoutChg chg="add">
          <pc:chgData name="Oisin Gibson - STUDENT" userId="ed51d723-880b-49b1-825d-dc1bedda07ba" providerId="ADAL" clId="{EDDB1762-DBC6-4255-8F00-AAC25EF48E3C}" dt="2026-03-23T11:20:20.975" v="28" actId="26606"/>
          <pc:sldLayoutMkLst>
            <pc:docMk/>
            <pc:sldMasterMk cId="1298290680" sldId="2147483788"/>
            <pc:sldLayoutMk cId="2591956466" sldId="2147483778"/>
          </pc:sldLayoutMkLst>
        </pc:sldLayoutChg>
        <pc:sldLayoutChg chg="add">
          <pc:chgData name="Oisin Gibson - STUDENT" userId="ed51d723-880b-49b1-825d-dc1bedda07ba" providerId="ADAL" clId="{EDDB1762-DBC6-4255-8F00-AAC25EF48E3C}" dt="2026-03-23T11:20:20.975" v="28" actId="26606"/>
          <pc:sldLayoutMkLst>
            <pc:docMk/>
            <pc:sldMasterMk cId="1298290680" sldId="2147483788"/>
            <pc:sldLayoutMk cId="393531465" sldId="2147483779"/>
          </pc:sldLayoutMkLst>
        </pc:sldLayoutChg>
        <pc:sldLayoutChg chg="add">
          <pc:chgData name="Oisin Gibson - STUDENT" userId="ed51d723-880b-49b1-825d-dc1bedda07ba" providerId="ADAL" clId="{EDDB1762-DBC6-4255-8F00-AAC25EF48E3C}" dt="2026-03-23T11:20:20.975" v="28" actId="26606"/>
          <pc:sldLayoutMkLst>
            <pc:docMk/>
            <pc:sldMasterMk cId="1298290680" sldId="2147483788"/>
            <pc:sldLayoutMk cId="3457076146" sldId="2147483780"/>
          </pc:sldLayoutMkLst>
        </pc:sldLayoutChg>
        <pc:sldLayoutChg chg="add">
          <pc:chgData name="Oisin Gibson - STUDENT" userId="ed51d723-880b-49b1-825d-dc1bedda07ba" providerId="ADAL" clId="{EDDB1762-DBC6-4255-8F00-AAC25EF48E3C}" dt="2026-03-23T11:20:20.975" v="28" actId="26606"/>
          <pc:sldLayoutMkLst>
            <pc:docMk/>
            <pc:sldMasterMk cId="1298290680" sldId="2147483788"/>
            <pc:sldLayoutMk cId="4024399319" sldId="2147483781"/>
          </pc:sldLayoutMkLst>
        </pc:sldLayoutChg>
        <pc:sldLayoutChg chg="add">
          <pc:chgData name="Oisin Gibson - STUDENT" userId="ed51d723-880b-49b1-825d-dc1bedda07ba" providerId="ADAL" clId="{EDDB1762-DBC6-4255-8F00-AAC25EF48E3C}" dt="2026-03-23T11:20:20.975" v="28" actId="26606"/>
          <pc:sldLayoutMkLst>
            <pc:docMk/>
            <pc:sldMasterMk cId="1298290680" sldId="2147483788"/>
            <pc:sldLayoutMk cId="449586979" sldId="2147483782"/>
          </pc:sldLayoutMkLst>
        </pc:sldLayoutChg>
        <pc:sldLayoutChg chg="add">
          <pc:chgData name="Oisin Gibson - STUDENT" userId="ed51d723-880b-49b1-825d-dc1bedda07ba" providerId="ADAL" clId="{EDDB1762-DBC6-4255-8F00-AAC25EF48E3C}" dt="2026-03-23T11:20:20.975" v="28" actId="26606"/>
          <pc:sldLayoutMkLst>
            <pc:docMk/>
            <pc:sldMasterMk cId="1298290680" sldId="2147483788"/>
            <pc:sldLayoutMk cId="738157766" sldId="2147483783"/>
          </pc:sldLayoutMkLst>
        </pc:sldLayoutChg>
        <pc:sldLayoutChg chg="add">
          <pc:chgData name="Oisin Gibson - STUDENT" userId="ed51d723-880b-49b1-825d-dc1bedda07ba" providerId="ADAL" clId="{EDDB1762-DBC6-4255-8F00-AAC25EF48E3C}" dt="2026-03-23T11:20:20.975" v="28" actId="26606"/>
          <pc:sldLayoutMkLst>
            <pc:docMk/>
            <pc:sldMasterMk cId="1298290680" sldId="2147483788"/>
            <pc:sldLayoutMk cId="946206158" sldId="2147483784"/>
          </pc:sldLayoutMkLst>
        </pc:sldLayoutChg>
        <pc:sldLayoutChg chg="add">
          <pc:chgData name="Oisin Gibson - STUDENT" userId="ed51d723-880b-49b1-825d-dc1bedda07ba" providerId="ADAL" clId="{EDDB1762-DBC6-4255-8F00-AAC25EF48E3C}" dt="2026-03-23T11:20:20.975" v="28" actId="26606"/>
          <pc:sldLayoutMkLst>
            <pc:docMk/>
            <pc:sldMasterMk cId="1298290680" sldId="2147483788"/>
            <pc:sldLayoutMk cId="3799519696" sldId="2147483785"/>
          </pc:sldLayoutMkLst>
        </pc:sldLayoutChg>
        <pc:sldLayoutChg chg="add">
          <pc:chgData name="Oisin Gibson - STUDENT" userId="ed51d723-880b-49b1-825d-dc1bedda07ba" providerId="ADAL" clId="{EDDB1762-DBC6-4255-8F00-AAC25EF48E3C}" dt="2026-03-23T11:20:20.975" v="28" actId="26606"/>
          <pc:sldLayoutMkLst>
            <pc:docMk/>
            <pc:sldMasterMk cId="1298290680" sldId="2147483788"/>
            <pc:sldLayoutMk cId="254995237" sldId="2147483786"/>
          </pc:sldLayoutMkLst>
        </pc:sldLayoutChg>
        <pc:sldLayoutChg chg="add">
          <pc:chgData name="Oisin Gibson - STUDENT" userId="ed51d723-880b-49b1-825d-dc1bedda07ba" providerId="ADAL" clId="{EDDB1762-DBC6-4255-8F00-AAC25EF48E3C}" dt="2026-03-23T11:20:20.975" v="28" actId="26606"/>
          <pc:sldLayoutMkLst>
            <pc:docMk/>
            <pc:sldMasterMk cId="1298290680" sldId="2147483788"/>
            <pc:sldLayoutMk cId="2282928123" sldId="2147483787"/>
          </pc:sldLayoutMkLst>
        </pc:sldLayoutChg>
      </pc:sldMasterChg>
    </pc:docChg>
  </pc:docChgLst>
  <pc:docChgLst>
    <pc:chgData name="Oisin Gibson - STUDENT" userId="ed51d723-880b-49b1-825d-dc1bedda07ba" providerId="ADAL" clId="{E4D07E4E-783C-4601-A338-0E4D6EF743E3}"/>
    <pc:docChg chg="undo custSel addSld modSld">
      <pc:chgData name="Oisin Gibson - STUDENT" userId="ed51d723-880b-49b1-825d-dc1bedda07ba" providerId="ADAL" clId="{E4D07E4E-783C-4601-A338-0E4D6EF743E3}" dt="2026-04-10T09:24:30.907" v="4931" actId="26606"/>
      <pc:docMkLst>
        <pc:docMk/>
      </pc:docMkLst>
      <pc:sldChg chg="modNotesTx">
        <pc:chgData name="Oisin Gibson - STUDENT" userId="ed51d723-880b-49b1-825d-dc1bedda07ba" providerId="ADAL" clId="{E4D07E4E-783C-4601-A338-0E4D6EF743E3}" dt="2026-04-01T17:19:16.447" v="241" actId="20577"/>
        <pc:sldMkLst>
          <pc:docMk/>
          <pc:sldMk cId="683808358" sldId="256"/>
        </pc:sldMkLst>
      </pc:sldChg>
      <pc:sldChg chg="addSp delSp modSp new mod setBg">
        <pc:chgData name="Oisin Gibson - STUDENT" userId="ed51d723-880b-49b1-825d-dc1bedda07ba" providerId="ADAL" clId="{E4D07E4E-783C-4601-A338-0E4D6EF743E3}" dt="2026-04-01T17:12:28.500" v="228" actId="26606"/>
        <pc:sldMkLst>
          <pc:docMk/>
          <pc:sldMk cId="3707191344" sldId="257"/>
        </pc:sldMkLst>
        <pc:spChg chg="mod">
          <ac:chgData name="Oisin Gibson - STUDENT" userId="ed51d723-880b-49b1-825d-dc1bedda07ba" providerId="ADAL" clId="{E4D07E4E-783C-4601-A338-0E4D6EF743E3}" dt="2026-04-01T17:12:28.500" v="228" actId="26606"/>
          <ac:spMkLst>
            <pc:docMk/>
            <pc:sldMk cId="3707191344" sldId="257"/>
            <ac:spMk id="2" creationId="{53C13D43-70C5-CB86-BD3A-75C505F2E01F}"/>
          </ac:spMkLst>
        </pc:spChg>
        <pc:spChg chg="mod">
          <ac:chgData name="Oisin Gibson - STUDENT" userId="ed51d723-880b-49b1-825d-dc1bedda07ba" providerId="ADAL" clId="{E4D07E4E-783C-4601-A338-0E4D6EF743E3}" dt="2026-04-01T17:12:28.500" v="228" actId="26606"/>
          <ac:spMkLst>
            <pc:docMk/>
            <pc:sldMk cId="3707191344" sldId="257"/>
            <ac:spMk id="3" creationId="{9B7429E4-8084-25F6-EB52-A12DA2060D42}"/>
          </ac:spMkLst>
        </pc:spChg>
        <pc:spChg chg="add">
          <ac:chgData name="Oisin Gibson - STUDENT" userId="ed51d723-880b-49b1-825d-dc1bedda07ba" providerId="ADAL" clId="{E4D07E4E-783C-4601-A338-0E4D6EF743E3}" dt="2026-04-01T17:12:28.500" v="228" actId="26606"/>
          <ac:spMkLst>
            <pc:docMk/>
            <pc:sldMk cId="3707191344" sldId="257"/>
            <ac:spMk id="13" creationId="{08CB54FC-0B2A-4107-9A70-958B90B76585}"/>
          </ac:spMkLst>
        </pc:spChg>
        <pc:spChg chg="add">
          <ac:chgData name="Oisin Gibson - STUDENT" userId="ed51d723-880b-49b1-825d-dc1bedda07ba" providerId="ADAL" clId="{E4D07E4E-783C-4601-A338-0E4D6EF743E3}" dt="2026-04-01T17:12:28.500" v="228" actId="26606"/>
          <ac:spMkLst>
            <pc:docMk/>
            <pc:sldMk cId="3707191344" sldId="257"/>
            <ac:spMk id="14" creationId="{9AA76026-5689-4584-8D93-D71D739E61B5}"/>
          </ac:spMkLst>
        </pc:spChg>
        <pc:picChg chg="add">
          <ac:chgData name="Oisin Gibson - STUDENT" userId="ed51d723-880b-49b1-825d-dc1bedda07ba" providerId="ADAL" clId="{E4D07E4E-783C-4601-A338-0E4D6EF743E3}" dt="2026-04-01T17:12:28.500" v="228" actId="26606"/>
          <ac:picMkLst>
            <pc:docMk/>
            <pc:sldMk cId="3707191344" sldId="257"/>
            <ac:picMk id="7" creationId="{6FD7E81D-C991-062D-B806-1E785E079D01}"/>
          </ac:picMkLst>
        </pc:picChg>
        <pc:cxnChg chg="add">
          <ac:chgData name="Oisin Gibson - STUDENT" userId="ed51d723-880b-49b1-825d-dc1bedda07ba" providerId="ADAL" clId="{E4D07E4E-783C-4601-A338-0E4D6EF743E3}" dt="2026-04-01T17:12:28.500" v="228" actId="26606"/>
          <ac:cxnSpMkLst>
            <pc:docMk/>
            <pc:sldMk cId="3707191344" sldId="257"/>
            <ac:cxnSpMk id="12" creationId="{7855A9B5-1710-4B19-B0F1-CDFDD4ED5B7E}"/>
          </ac:cxnSpMkLst>
        </pc:cxnChg>
      </pc:sldChg>
      <pc:sldChg chg="addSp modSp new mod setBg">
        <pc:chgData name="Oisin Gibson - STUDENT" userId="ed51d723-880b-49b1-825d-dc1bedda07ba" providerId="ADAL" clId="{E4D07E4E-783C-4601-A338-0E4D6EF743E3}" dt="2026-04-01T23:13:21.796" v="3625" actId="26606"/>
        <pc:sldMkLst>
          <pc:docMk/>
          <pc:sldMk cId="1530753048" sldId="258"/>
        </pc:sldMkLst>
        <pc:spChg chg="mod">
          <ac:chgData name="Oisin Gibson - STUDENT" userId="ed51d723-880b-49b1-825d-dc1bedda07ba" providerId="ADAL" clId="{E4D07E4E-783C-4601-A338-0E4D6EF743E3}" dt="2026-04-01T23:13:21.796" v="3625" actId="26606"/>
          <ac:spMkLst>
            <pc:docMk/>
            <pc:sldMk cId="1530753048" sldId="258"/>
            <ac:spMk id="2" creationId="{BEA0C525-0C31-7C44-47A4-38918068CB02}"/>
          </ac:spMkLst>
        </pc:spChg>
        <pc:spChg chg="mod">
          <ac:chgData name="Oisin Gibson - STUDENT" userId="ed51d723-880b-49b1-825d-dc1bedda07ba" providerId="ADAL" clId="{E4D07E4E-783C-4601-A338-0E4D6EF743E3}" dt="2026-04-01T23:13:21.796" v="3625" actId="26606"/>
          <ac:spMkLst>
            <pc:docMk/>
            <pc:sldMk cId="1530753048" sldId="258"/>
            <ac:spMk id="3" creationId="{4A1FD54D-B448-F76B-CFB6-B6A432CEDACE}"/>
          </ac:spMkLst>
        </pc:spChg>
        <pc:spChg chg="add">
          <ac:chgData name="Oisin Gibson - STUDENT" userId="ed51d723-880b-49b1-825d-dc1bedda07ba" providerId="ADAL" clId="{E4D07E4E-783C-4601-A338-0E4D6EF743E3}" dt="2026-04-01T23:13:21.796" v="3625" actId="26606"/>
          <ac:spMkLst>
            <pc:docMk/>
            <pc:sldMk cId="1530753048" sldId="258"/>
            <ac:spMk id="10" creationId="{13BCCAE5-A35B-4B66-A4A7-E23C34A403A4}"/>
          </ac:spMkLst>
        </pc:spChg>
        <pc:spChg chg="add">
          <ac:chgData name="Oisin Gibson - STUDENT" userId="ed51d723-880b-49b1-825d-dc1bedda07ba" providerId="ADAL" clId="{E4D07E4E-783C-4601-A338-0E4D6EF743E3}" dt="2026-04-01T23:13:21.796" v="3625" actId="26606"/>
          <ac:spMkLst>
            <pc:docMk/>
            <pc:sldMk cId="1530753048" sldId="258"/>
            <ac:spMk id="14" creationId="{0B2EDFE5-9478-4774-9D3D-FEC7DC7082EF}"/>
          </ac:spMkLst>
        </pc:spChg>
        <pc:picChg chg="add">
          <ac:chgData name="Oisin Gibson - STUDENT" userId="ed51d723-880b-49b1-825d-dc1bedda07ba" providerId="ADAL" clId="{E4D07E4E-783C-4601-A338-0E4D6EF743E3}" dt="2026-04-01T23:13:21.796" v="3625" actId="26606"/>
          <ac:picMkLst>
            <pc:docMk/>
            <pc:sldMk cId="1530753048" sldId="258"/>
            <ac:picMk id="7" creationId="{AE1A61AF-6CE1-B56E-B237-5AE28E61A778}"/>
          </ac:picMkLst>
        </pc:picChg>
        <pc:cxnChg chg="add">
          <ac:chgData name="Oisin Gibson - STUDENT" userId="ed51d723-880b-49b1-825d-dc1bedda07ba" providerId="ADAL" clId="{E4D07E4E-783C-4601-A338-0E4D6EF743E3}" dt="2026-04-01T23:13:21.796" v="3625" actId="26606"/>
          <ac:cxnSpMkLst>
            <pc:docMk/>
            <pc:sldMk cId="1530753048" sldId="258"/>
            <ac:cxnSpMk id="12" creationId="{6987BDFB-DE64-4B56-B44F-45FAE19FA94E}"/>
          </ac:cxnSpMkLst>
        </pc:cxnChg>
      </pc:sldChg>
      <pc:sldChg chg="addSp delSp modSp new mod setBg">
        <pc:chgData name="Oisin Gibson - STUDENT" userId="ed51d723-880b-49b1-825d-dc1bedda07ba" providerId="ADAL" clId="{E4D07E4E-783C-4601-A338-0E4D6EF743E3}" dt="2026-04-02T21:57:22.934" v="3935" actId="20577"/>
        <pc:sldMkLst>
          <pc:docMk/>
          <pc:sldMk cId="739440231" sldId="259"/>
        </pc:sldMkLst>
        <pc:spChg chg="mod">
          <ac:chgData name="Oisin Gibson - STUDENT" userId="ed51d723-880b-49b1-825d-dc1bedda07ba" providerId="ADAL" clId="{E4D07E4E-783C-4601-A338-0E4D6EF743E3}" dt="2026-04-01T23:14:59.407" v="3826" actId="26606"/>
          <ac:spMkLst>
            <pc:docMk/>
            <pc:sldMk cId="739440231" sldId="259"/>
            <ac:spMk id="2" creationId="{BB9B15F9-11AB-5B94-6A90-E92D74929511}"/>
          </ac:spMkLst>
        </pc:spChg>
        <pc:spChg chg="add mod">
          <ac:chgData name="Oisin Gibson - STUDENT" userId="ed51d723-880b-49b1-825d-dc1bedda07ba" providerId="ADAL" clId="{E4D07E4E-783C-4601-A338-0E4D6EF743E3}" dt="2026-04-02T21:57:22.934" v="3935" actId="20577"/>
          <ac:spMkLst>
            <pc:docMk/>
            <pc:sldMk cId="739440231" sldId="259"/>
            <ac:spMk id="7" creationId="{2EC3BF7F-50E9-339A-3BB4-389BB1040032}"/>
          </ac:spMkLst>
        </pc:spChg>
        <pc:spChg chg="add">
          <ac:chgData name="Oisin Gibson - STUDENT" userId="ed51d723-880b-49b1-825d-dc1bedda07ba" providerId="ADAL" clId="{E4D07E4E-783C-4601-A338-0E4D6EF743E3}" dt="2026-04-01T23:14:59.407" v="3826" actId="26606"/>
          <ac:spMkLst>
            <pc:docMk/>
            <pc:sldMk cId="739440231" sldId="259"/>
            <ac:spMk id="8" creationId="{C8DD82D3-D002-45B0-B16A-82B3DA4EFDDB}"/>
          </ac:spMkLst>
        </pc:spChg>
        <pc:spChg chg="add">
          <ac:chgData name="Oisin Gibson - STUDENT" userId="ed51d723-880b-49b1-825d-dc1bedda07ba" providerId="ADAL" clId="{E4D07E4E-783C-4601-A338-0E4D6EF743E3}" dt="2026-04-01T23:14:59.407" v="3826" actId="26606"/>
          <ac:spMkLst>
            <pc:docMk/>
            <pc:sldMk cId="739440231" sldId="259"/>
            <ac:spMk id="12" creationId="{14552793-7DFF-4EC7-AC69-D34A75D01880}"/>
          </ac:spMkLst>
        </pc:spChg>
        <pc:cxnChg chg="add">
          <ac:chgData name="Oisin Gibson - STUDENT" userId="ed51d723-880b-49b1-825d-dc1bedda07ba" providerId="ADAL" clId="{E4D07E4E-783C-4601-A338-0E4D6EF743E3}" dt="2026-04-01T23:14:59.407" v="3826" actId="26606"/>
          <ac:cxnSpMkLst>
            <pc:docMk/>
            <pc:sldMk cId="739440231" sldId="259"/>
            <ac:cxnSpMk id="10" creationId="{9F09C252-16FE-4557-AD6D-BB5CA773496C}"/>
          </ac:cxnSpMkLst>
        </pc:cxnChg>
      </pc:sldChg>
      <pc:sldChg chg="addSp delSp modSp new mod setBg">
        <pc:chgData name="Oisin Gibson - STUDENT" userId="ed51d723-880b-49b1-825d-dc1bedda07ba" providerId="ADAL" clId="{E4D07E4E-783C-4601-A338-0E4D6EF743E3}" dt="2026-04-01T23:16:18.735" v="3933" actId="27636"/>
        <pc:sldMkLst>
          <pc:docMk/>
          <pc:sldMk cId="1168005178" sldId="260"/>
        </pc:sldMkLst>
        <pc:spChg chg="mod">
          <ac:chgData name="Oisin Gibson - STUDENT" userId="ed51d723-880b-49b1-825d-dc1bedda07ba" providerId="ADAL" clId="{E4D07E4E-783C-4601-A338-0E4D6EF743E3}" dt="2026-04-01T18:11:53.155" v="1200" actId="26606"/>
          <ac:spMkLst>
            <pc:docMk/>
            <pc:sldMk cId="1168005178" sldId="260"/>
            <ac:spMk id="2" creationId="{DB504DB2-4949-287F-5DF6-AC73E4BEE7A6}"/>
          </ac:spMkLst>
        </pc:spChg>
        <pc:spChg chg="add del mod">
          <ac:chgData name="Oisin Gibson - STUDENT" userId="ed51d723-880b-49b1-825d-dc1bedda07ba" providerId="ADAL" clId="{E4D07E4E-783C-4601-A338-0E4D6EF743E3}" dt="2026-04-01T23:16:18.735" v="3933" actId="27636"/>
          <ac:spMkLst>
            <pc:docMk/>
            <pc:sldMk cId="1168005178" sldId="260"/>
            <ac:spMk id="3" creationId="{096D4618-572C-C744-F0FF-0A30B0043D8E}"/>
          </ac:spMkLst>
        </pc:spChg>
        <pc:spChg chg="add">
          <ac:chgData name="Oisin Gibson - STUDENT" userId="ed51d723-880b-49b1-825d-dc1bedda07ba" providerId="ADAL" clId="{E4D07E4E-783C-4601-A338-0E4D6EF743E3}" dt="2026-04-01T23:16:08.642" v="3931" actId="26606"/>
          <ac:spMkLst>
            <pc:docMk/>
            <pc:sldMk cId="1168005178" sldId="260"/>
            <ac:spMk id="23" creationId="{F64BBAA4-C62B-4146-B49F-FE4CC4655EE0}"/>
          </ac:spMkLst>
        </pc:spChg>
        <pc:spChg chg="add">
          <ac:chgData name="Oisin Gibson - STUDENT" userId="ed51d723-880b-49b1-825d-dc1bedda07ba" providerId="ADAL" clId="{E4D07E4E-783C-4601-A338-0E4D6EF743E3}" dt="2026-04-01T23:16:08.642" v="3931" actId="26606"/>
          <ac:spMkLst>
            <pc:docMk/>
            <pc:sldMk cId="1168005178" sldId="260"/>
            <ac:spMk id="27" creationId="{6BF36B24-6632-4516-9692-731462896C1F}"/>
          </ac:spMkLst>
        </pc:spChg>
        <pc:picChg chg="add mod">
          <ac:chgData name="Oisin Gibson - STUDENT" userId="ed51d723-880b-49b1-825d-dc1bedda07ba" providerId="ADAL" clId="{E4D07E4E-783C-4601-A338-0E4D6EF743E3}" dt="2026-04-01T18:11:53.155" v="1200" actId="26606"/>
          <ac:picMkLst>
            <pc:docMk/>
            <pc:sldMk cId="1168005178" sldId="260"/>
            <ac:picMk id="9" creationId="{E0E7ADA3-7338-CF23-B6D1-39BC168027EF}"/>
          </ac:picMkLst>
        </pc:picChg>
        <pc:cxnChg chg="add">
          <ac:chgData name="Oisin Gibson - STUDENT" userId="ed51d723-880b-49b1-825d-dc1bedda07ba" providerId="ADAL" clId="{E4D07E4E-783C-4601-A338-0E4D6EF743E3}" dt="2026-04-01T23:16:08.642" v="3931" actId="26606"/>
          <ac:cxnSpMkLst>
            <pc:docMk/>
            <pc:sldMk cId="1168005178" sldId="260"/>
            <ac:cxnSpMk id="25" creationId="{EEB57AA8-F021-480C-A9E2-F89913313611}"/>
          </ac:cxnSpMkLst>
        </pc:cxnChg>
      </pc:sldChg>
      <pc:sldChg chg="addSp delSp modSp new mod setBg">
        <pc:chgData name="Oisin Gibson - STUDENT" userId="ed51d723-880b-49b1-825d-dc1bedda07ba" providerId="ADAL" clId="{E4D07E4E-783C-4601-A338-0E4D6EF743E3}" dt="2026-04-02T22:01:00.567" v="4135" actId="20577"/>
        <pc:sldMkLst>
          <pc:docMk/>
          <pc:sldMk cId="1646771041" sldId="261"/>
        </pc:sldMkLst>
        <pc:spChg chg="mod">
          <ac:chgData name="Oisin Gibson - STUDENT" userId="ed51d723-880b-49b1-825d-dc1bedda07ba" providerId="ADAL" clId="{E4D07E4E-783C-4601-A338-0E4D6EF743E3}" dt="2026-04-01T21:26:30.021" v="1941" actId="26606"/>
          <ac:spMkLst>
            <pc:docMk/>
            <pc:sldMk cId="1646771041" sldId="261"/>
            <ac:spMk id="2" creationId="{BF6377B3-0A57-6798-B808-C1C8CE9BEE52}"/>
          </ac:spMkLst>
        </pc:spChg>
        <pc:spChg chg="mod ord">
          <ac:chgData name="Oisin Gibson - STUDENT" userId="ed51d723-880b-49b1-825d-dc1bedda07ba" providerId="ADAL" clId="{E4D07E4E-783C-4601-A338-0E4D6EF743E3}" dt="2026-04-02T22:01:00.567" v="4135" actId="20577"/>
          <ac:spMkLst>
            <pc:docMk/>
            <pc:sldMk cId="1646771041" sldId="261"/>
            <ac:spMk id="3" creationId="{FF9EF805-2F70-CC67-F482-42EA512E4F8F}"/>
          </ac:spMkLst>
        </pc:spChg>
        <pc:spChg chg="add">
          <ac:chgData name="Oisin Gibson - STUDENT" userId="ed51d723-880b-49b1-825d-dc1bedda07ba" providerId="ADAL" clId="{E4D07E4E-783C-4601-A338-0E4D6EF743E3}" dt="2026-04-01T21:26:30.021" v="1941" actId="26606"/>
          <ac:spMkLst>
            <pc:docMk/>
            <pc:sldMk cId="1646771041" sldId="261"/>
            <ac:spMk id="22" creationId="{0AB6E427-3F73-4C06-A5D5-AE52C3883B50}"/>
          </ac:spMkLst>
        </pc:spChg>
        <pc:spChg chg="add">
          <ac:chgData name="Oisin Gibson - STUDENT" userId="ed51d723-880b-49b1-825d-dc1bedda07ba" providerId="ADAL" clId="{E4D07E4E-783C-4601-A338-0E4D6EF743E3}" dt="2026-04-01T21:26:30.021" v="1941" actId="26606"/>
          <ac:spMkLst>
            <pc:docMk/>
            <pc:sldMk cId="1646771041" sldId="261"/>
            <ac:spMk id="23" creationId="{D8C9BDAA-0390-4B39-9B5C-BC95E5120DA4}"/>
          </ac:spMkLst>
        </pc:spChg>
        <pc:picChg chg="add mod">
          <ac:chgData name="Oisin Gibson - STUDENT" userId="ed51d723-880b-49b1-825d-dc1bedda07ba" providerId="ADAL" clId="{E4D07E4E-783C-4601-A338-0E4D6EF743E3}" dt="2026-04-01T21:26:30.021" v="1941" actId="26606"/>
          <ac:picMkLst>
            <pc:docMk/>
            <pc:sldMk cId="1646771041" sldId="261"/>
            <ac:picMk id="5" creationId="{ED00F3F8-A272-C845-7570-531E52190ED9}"/>
          </ac:picMkLst>
        </pc:picChg>
        <pc:cxnChg chg="add">
          <ac:chgData name="Oisin Gibson - STUDENT" userId="ed51d723-880b-49b1-825d-dc1bedda07ba" providerId="ADAL" clId="{E4D07E4E-783C-4601-A338-0E4D6EF743E3}" dt="2026-04-01T21:26:30.021" v="1941" actId="26606"/>
          <ac:cxnSpMkLst>
            <pc:docMk/>
            <pc:sldMk cId="1646771041" sldId="261"/>
            <ac:cxnSpMk id="24" creationId="{E04A321A-A039-4720-87B4-66A4210E0D57}"/>
          </ac:cxnSpMkLst>
        </pc:cxnChg>
      </pc:sldChg>
      <pc:sldChg chg="addSp modSp new mod setBg modNotesTx">
        <pc:chgData name="Oisin Gibson - STUDENT" userId="ed51d723-880b-49b1-825d-dc1bedda07ba" providerId="ADAL" clId="{E4D07E4E-783C-4601-A338-0E4D6EF743E3}" dt="2026-04-02T22:02:52.951" v="4137" actId="20577"/>
        <pc:sldMkLst>
          <pc:docMk/>
          <pc:sldMk cId="1851383472" sldId="262"/>
        </pc:sldMkLst>
        <pc:spChg chg="mod">
          <ac:chgData name="Oisin Gibson - STUDENT" userId="ed51d723-880b-49b1-825d-dc1bedda07ba" providerId="ADAL" clId="{E4D07E4E-783C-4601-A338-0E4D6EF743E3}" dt="2026-04-01T22:59:47.931" v="3216" actId="26606"/>
          <ac:spMkLst>
            <pc:docMk/>
            <pc:sldMk cId="1851383472" sldId="262"/>
            <ac:spMk id="2" creationId="{E577B6D4-93F3-E733-9A6D-4DE315BE572E}"/>
          </ac:spMkLst>
        </pc:spChg>
        <pc:spChg chg="mod">
          <ac:chgData name="Oisin Gibson - STUDENT" userId="ed51d723-880b-49b1-825d-dc1bedda07ba" providerId="ADAL" clId="{E4D07E4E-783C-4601-A338-0E4D6EF743E3}" dt="2026-04-01T22:59:47.931" v="3216" actId="26606"/>
          <ac:spMkLst>
            <pc:docMk/>
            <pc:sldMk cId="1851383472" sldId="262"/>
            <ac:spMk id="3" creationId="{11E091A5-6AE1-7386-62F4-CD831EAE2C1C}"/>
          </ac:spMkLst>
        </pc:spChg>
        <pc:spChg chg="add">
          <ac:chgData name="Oisin Gibson - STUDENT" userId="ed51d723-880b-49b1-825d-dc1bedda07ba" providerId="ADAL" clId="{E4D07E4E-783C-4601-A338-0E4D6EF743E3}" dt="2026-04-01T22:59:47.931" v="3216" actId="26606"/>
          <ac:spMkLst>
            <pc:docMk/>
            <pc:sldMk cId="1851383472" sldId="262"/>
            <ac:spMk id="10" creationId="{13BCCAE5-A35B-4B66-A4A7-E23C34A403A4}"/>
          </ac:spMkLst>
        </pc:spChg>
        <pc:spChg chg="add">
          <ac:chgData name="Oisin Gibson - STUDENT" userId="ed51d723-880b-49b1-825d-dc1bedda07ba" providerId="ADAL" clId="{E4D07E4E-783C-4601-A338-0E4D6EF743E3}" dt="2026-04-01T22:59:47.931" v="3216" actId="26606"/>
          <ac:spMkLst>
            <pc:docMk/>
            <pc:sldMk cId="1851383472" sldId="262"/>
            <ac:spMk id="14" creationId="{0B2EDFE5-9478-4774-9D3D-FEC7DC7082EF}"/>
          </ac:spMkLst>
        </pc:spChg>
        <pc:picChg chg="add">
          <ac:chgData name="Oisin Gibson - STUDENT" userId="ed51d723-880b-49b1-825d-dc1bedda07ba" providerId="ADAL" clId="{E4D07E4E-783C-4601-A338-0E4D6EF743E3}" dt="2026-04-01T22:59:47.931" v="3216" actId="26606"/>
          <ac:picMkLst>
            <pc:docMk/>
            <pc:sldMk cId="1851383472" sldId="262"/>
            <ac:picMk id="7" creationId="{7D22D63D-21E6-E2C7-A528-A5C63AC41C49}"/>
          </ac:picMkLst>
        </pc:picChg>
        <pc:cxnChg chg="add">
          <ac:chgData name="Oisin Gibson - STUDENT" userId="ed51d723-880b-49b1-825d-dc1bedda07ba" providerId="ADAL" clId="{E4D07E4E-783C-4601-A338-0E4D6EF743E3}" dt="2026-04-01T22:59:47.931" v="3216" actId="26606"/>
          <ac:cxnSpMkLst>
            <pc:docMk/>
            <pc:sldMk cId="1851383472" sldId="262"/>
            <ac:cxnSpMk id="12" creationId="{6987BDFB-DE64-4B56-B44F-45FAE19FA94E}"/>
          </ac:cxnSpMkLst>
        </pc:cxnChg>
      </pc:sldChg>
      <pc:sldChg chg="addSp modSp new mod setBg modNotesTx">
        <pc:chgData name="Oisin Gibson - STUDENT" userId="ed51d723-880b-49b1-825d-dc1bedda07ba" providerId="ADAL" clId="{E4D07E4E-783C-4601-A338-0E4D6EF743E3}" dt="2026-04-02T22:04:40.380" v="4264" actId="20577"/>
        <pc:sldMkLst>
          <pc:docMk/>
          <pc:sldMk cId="296928369" sldId="263"/>
        </pc:sldMkLst>
        <pc:spChg chg="mod">
          <ac:chgData name="Oisin Gibson - STUDENT" userId="ed51d723-880b-49b1-825d-dc1bedda07ba" providerId="ADAL" clId="{E4D07E4E-783C-4601-A338-0E4D6EF743E3}" dt="2026-04-01T22:59:54.769" v="3217" actId="26606"/>
          <ac:spMkLst>
            <pc:docMk/>
            <pc:sldMk cId="296928369" sldId="263"/>
            <ac:spMk id="2" creationId="{95E92749-0593-0133-C363-0C7BA513EA68}"/>
          </ac:spMkLst>
        </pc:spChg>
        <pc:spChg chg="mod">
          <ac:chgData name="Oisin Gibson - STUDENT" userId="ed51d723-880b-49b1-825d-dc1bedda07ba" providerId="ADAL" clId="{E4D07E4E-783C-4601-A338-0E4D6EF743E3}" dt="2026-04-02T22:04:21.667" v="4263" actId="20577"/>
          <ac:spMkLst>
            <pc:docMk/>
            <pc:sldMk cId="296928369" sldId="263"/>
            <ac:spMk id="3" creationId="{C771974F-5BAC-4615-3073-7EE97BB8EB71}"/>
          </ac:spMkLst>
        </pc:spChg>
        <pc:spChg chg="add">
          <ac:chgData name="Oisin Gibson - STUDENT" userId="ed51d723-880b-49b1-825d-dc1bedda07ba" providerId="ADAL" clId="{E4D07E4E-783C-4601-A338-0E4D6EF743E3}" dt="2026-04-01T22:59:54.769" v="3217" actId="26606"/>
          <ac:spMkLst>
            <pc:docMk/>
            <pc:sldMk cId="296928369" sldId="263"/>
            <ac:spMk id="8" creationId="{3558DB37-9FEE-48A2-8578-ED0401573943}"/>
          </ac:spMkLst>
        </pc:spChg>
        <pc:spChg chg="add">
          <ac:chgData name="Oisin Gibson - STUDENT" userId="ed51d723-880b-49b1-825d-dc1bedda07ba" providerId="ADAL" clId="{E4D07E4E-783C-4601-A338-0E4D6EF743E3}" dt="2026-04-01T22:59:54.769" v="3217" actId="26606"/>
          <ac:spMkLst>
            <pc:docMk/>
            <pc:sldMk cId="296928369" sldId="263"/>
            <ac:spMk id="10" creationId="{5F7FCCA6-00E2-4F74-A105-0D769872F243}"/>
          </ac:spMkLst>
        </pc:spChg>
        <pc:spChg chg="add">
          <ac:chgData name="Oisin Gibson - STUDENT" userId="ed51d723-880b-49b1-825d-dc1bedda07ba" providerId="ADAL" clId="{E4D07E4E-783C-4601-A338-0E4D6EF743E3}" dt="2026-04-01T22:59:54.769" v="3217" actId="26606"/>
          <ac:spMkLst>
            <pc:docMk/>
            <pc:sldMk cId="296928369" sldId="263"/>
            <ac:spMk id="12" creationId="{9B834327-03F1-4931-8261-971373A5A694}"/>
          </ac:spMkLst>
        </pc:spChg>
      </pc:sldChg>
      <pc:sldChg chg="modSp new mod">
        <pc:chgData name="Oisin Gibson - STUDENT" userId="ed51d723-880b-49b1-825d-dc1bedda07ba" providerId="ADAL" clId="{E4D07E4E-783C-4601-A338-0E4D6EF743E3}" dt="2026-04-01T22:22:32.175" v="2828" actId="20577"/>
        <pc:sldMkLst>
          <pc:docMk/>
          <pc:sldMk cId="1529915524" sldId="264"/>
        </pc:sldMkLst>
        <pc:spChg chg="mod">
          <ac:chgData name="Oisin Gibson - STUDENT" userId="ed51d723-880b-49b1-825d-dc1bedda07ba" providerId="ADAL" clId="{E4D07E4E-783C-4601-A338-0E4D6EF743E3}" dt="2026-04-01T22:22:32.175" v="2828" actId="20577"/>
          <ac:spMkLst>
            <pc:docMk/>
            <pc:sldMk cId="1529915524" sldId="264"/>
            <ac:spMk id="2" creationId="{FAD4BFEF-2DAB-FBD3-7B17-59DD44FBB20A}"/>
          </ac:spMkLst>
        </pc:spChg>
      </pc:sldChg>
      <pc:sldChg chg="addSp delSp modSp new mod setBg modNotesTx">
        <pc:chgData name="Oisin Gibson - STUDENT" userId="ed51d723-880b-49b1-825d-dc1bedda07ba" providerId="ADAL" clId="{E4D07E4E-783C-4601-A338-0E4D6EF743E3}" dt="2026-04-07T18:13:56.222" v="4573" actId="26606"/>
        <pc:sldMkLst>
          <pc:docMk/>
          <pc:sldMk cId="1441511703" sldId="265"/>
        </pc:sldMkLst>
        <pc:spChg chg="mod">
          <ac:chgData name="Oisin Gibson - STUDENT" userId="ed51d723-880b-49b1-825d-dc1bedda07ba" providerId="ADAL" clId="{E4D07E4E-783C-4601-A338-0E4D6EF743E3}" dt="2026-04-07T18:13:56.222" v="4573" actId="26606"/>
          <ac:spMkLst>
            <pc:docMk/>
            <pc:sldMk cId="1441511703" sldId="265"/>
            <ac:spMk id="2" creationId="{AD5F6F56-6D7A-28BE-5308-E1EB4395F936}"/>
          </ac:spMkLst>
        </pc:spChg>
        <pc:spChg chg="add">
          <ac:chgData name="Oisin Gibson - STUDENT" userId="ed51d723-880b-49b1-825d-dc1bedda07ba" providerId="ADAL" clId="{E4D07E4E-783C-4601-A338-0E4D6EF743E3}" dt="2026-04-07T18:13:56.222" v="4573" actId="26606"/>
          <ac:spMkLst>
            <pc:docMk/>
            <pc:sldMk cId="1441511703" sldId="265"/>
            <ac:spMk id="9" creationId="{88F0A37D-2337-4AAF-98B0-7E4E9B98719A}"/>
          </ac:spMkLst>
        </pc:spChg>
        <pc:spChg chg="add">
          <ac:chgData name="Oisin Gibson - STUDENT" userId="ed51d723-880b-49b1-825d-dc1bedda07ba" providerId="ADAL" clId="{E4D07E4E-783C-4601-A338-0E4D6EF743E3}" dt="2026-04-07T18:13:56.222" v="4573" actId="26606"/>
          <ac:spMkLst>
            <pc:docMk/>
            <pc:sldMk cId="1441511703" sldId="265"/>
            <ac:spMk id="13" creationId="{F7234D70-FB65-4E99-985E-64D219674D45}"/>
          </ac:spMkLst>
        </pc:spChg>
        <pc:graphicFrameChg chg="add">
          <ac:chgData name="Oisin Gibson - STUDENT" userId="ed51d723-880b-49b1-825d-dc1bedda07ba" providerId="ADAL" clId="{E4D07E4E-783C-4601-A338-0E4D6EF743E3}" dt="2026-04-07T18:13:56.222" v="4573" actId="26606"/>
          <ac:graphicFrameMkLst>
            <pc:docMk/>
            <pc:sldMk cId="1441511703" sldId="265"/>
            <ac:graphicFrameMk id="5" creationId="{B90B7E4B-27BC-F613-0AD7-E590747E911F}"/>
          </ac:graphicFrameMkLst>
        </pc:graphicFrameChg>
        <pc:cxnChg chg="add">
          <ac:chgData name="Oisin Gibson - STUDENT" userId="ed51d723-880b-49b1-825d-dc1bedda07ba" providerId="ADAL" clId="{E4D07E4E-783C-4601-A338-0E4D6EF743E3}" dt="2026-04-07T18:13:56.222" v="4573" actId="26606"/>
          <ac:cxnSpMkLst>
            <pc:docMk/>
            <pc:sldMk cId="1441511703" sldId="265"/>
            <ac:cxnSpMk id="11" creationId="{F15CCCF0-E573-463A-9760-1FDC0B2CFBD7}"/>
          </ac:cxnSpMkLst>
        </pc:cxnChg>
      </pc:sldChg>
      <pc:sldChg chg="addSp delSp modSp new mod setBg setClrOvrMap modNotesTx">
        <pc:chgData name="Oisin Gibson - STUDENT" userId="ed51d723-880b-49b1-825d-dc1bedda07ba" providerId="ADAL" clId="{E4D07E4E-783C-4601-A338-0E4D6EF743E3}" dt="2026-04-10T09:24:30.907" v="4931" actId="26606"/>
        <pc:sldMkLst>
          <pc:docMk/>
          <pc:sldMk cId="1661221485" sldId="266"/>
        </pc:sldMkLst>
        <pc:spChg chg="mod">
          <ac:chgData name="Oisin Gibson - STUDENT" userId="ed51d723-880b-49b1-825d-dc1bedda07ba" providerId="ADAL" clId="{E4D07E4E-783C-4601-A338-0E4D6EF743E3}" dt="2026-04-10T09:17:37.894" v="4927" actId="26606"/>
          <ac:spMkLst>
            <pc:docMk/>
            <pc:sldMk cId="1661221485" sldId="266"/>
            <ac:spMk id="2" creationId="{D46FA479-45B9-E724-9789-338CD13B8472}"/>
          </ac:spMkLst>
        </pc:spChg>
        <pc:spChg chg="add del">
          <ac:chgData name="Oisin Gibson - STUDENT" userId="ed51d723-880b-49b1-825d-dc1bedda07ba" providerId="ADAL" clId="{E4D07E4E-783C-4601-A338-0E4D6EF743E3}" dt="2026-04-10T09:17:37.894" v="4927" actId="26606"/>
          <ac:spMkLst>
            <pc:docMk/>
            <pc:sldMk cId="1661221485" sldId="266"/>
            <ac:spMk id="9" creationId="{88F0A37D-2337-4AAF-98B0-7E4E9B98719A}"/>
          </ac:spMkLst>
        </pc:spChg>
        <pc:spChg chg="add del">
          <ac:chgData name="Oisin Gibson - STUDENT" userId="ed51d723-880b-49b1-825d-dc1bedda07ba" providerId="ADAL" clId="{E4D07E4E-783C-4601-A338-0E4D6EF743E3}" dt="2026-04-10T09:17:37.894" v="4927" actId="26606"/>
          <ac:spMkLst>
            <pc:docMk/>
            <pc:sldMk cId="1661221485" sldId="266"/>
            <ac:spMk id="13" creationId="{F7234D70-FB65-4E99-985E-64D219674D45}"/>
          </ac:spMkLst>
        </pc:spChg>
        <pc:spChg chg="add del">
          <ac:chgData name="Oisin Gibson - STUDENT" userId="ed51d723-880b-49b1-825d-dc1bedda07ba" providerId="ADAL" clId="{E4D07E4E-783C-4601-A338-0E4D6EF743E3}" dt="2026-04-10T09:17:37.856" v="4926" actId="26606"/>
          <ac:spMkLst>
            <pc:docMk/>
            <pc:sldMk cId="1661221485" sldId="266"/>
            <ac:spMk id="18" creationId="{E844E128-FF69-4E9F-8327-6B504B3C5AE1}"/>
          </ac:spMkLst>
        </pc:spChg>
        <pc:spChg chg="add del">
          <ac:chgData name="Oisin Gibson - STUDENT" userId="ed51d723-880b-49b1-825d-dc1bedda07ba" providerId="ADAL" clId="{E4D07E4E-783C-4601-A338-0E4D6EF743E3}" dt="2026-04-10T09:24:30.907" v="4931" actId="26606"/>
          <ac:spMkLst>
            <pc:docMk/>
            <pc:sldMk cId="1661221485" sldId="266"/>
            <ac:spMk id="22" creationId="{E844E128-FF69-4E9F-8327-6B504B3C5AE1}"/>
          </ac:spMkLst>
        </pc:spChg>
        <pc:spChg chg="add">
          <ac:chgData name="Oisin Gibson - STUDENT" userId="ed51d723-880b-49b1-825d-dc1bedda07ba" providerId="ADAL" clId="{E4D07E4E-783C-4601-A338-0E4D6EF743E3}" dt="2026-04-10T09:24:30.907" v="4931" actId="26606"/>
          <ac:spMkLst>
            <pc:docMk/>
            <pc:sldMk cId="1661221485" sldId="266"/>
            <ac:spMk id="28" creationId="{E844E128-FF69-4E9F-8327-6B504B3C5AE1}"/>
          </ac:spMkLst>
        </pc:spChg>
        <pc:graphicFrameChg chg="add mod ord modGraphic">
          <ac:chgData name="Oisin Gibson - STUDENT" userId="ed51d723-880b-49b1-825d-dc1bedda07ba" providerId="ADAL" clId="{E4D07E4E-783C-4601-A338-0E4D6EF743E3}" dt="2026-04-10T09:24:30.907" v="4931" actId="26606"/>
          <ac:graphicFrameMkLst>
            <pc:docMk/>
            <pc:sldMk cId="1661221485" sldId="266"/>
            <ac:graphicFrameMk id="5" creationId="{30F08F4C-2C06-1C8F-FB5A-BAFF6CBCD507}"/>
          </ac:graphicFrameMkLst>
        </pc:graphicFrameChg>
        <pc:picChg chg="add del mod">
          <ac:chgData name="Oisin Gibson - STUDENT" userId="ed51d723-880b-49b1-825d-dc1bedda07ba" providerId="ADAL" clId="{E4D07E4E-783C-4601-A338-0E4D6EF743E3}" dt="2026-04-10T09:24:18.735" v="4928" actId="21"/>
          <ac:picMkLst>
            <pc:docMk/>
            <pc:sldMk cId="1661221485" sldId="266"/>
            <ac:picMk id="4" creationId="{F194C55E-A6AC-BAFE-CEB8-449B183FB464}"/>
          </ac:picMkLst>
        </pc:picChg>
        <pc:picChg chg="add">
          <ac:chgData name="Oisin Gibson - STUDENT" userId="ed51d723-880b-49b1-825d-dc1bedda07ba" providerId="ADAL" clId="{E4D07E4E-783C-4601-A338-0E4D6EF743E3}" dt="2026-04-10T09:24:20.147" v="4929"/>
          <ac:picMkLst>
            <pc:docMk/>
            <pc:sldMk cId="1661221485" sldId="266"/>
            <ac:picMk id="6" creationId="{DAF7671D-A0C0-BDB5-0CA9-DDAA02A69482}"/>
          </ac:picMkLst>
        </pc:picChg>
        <pc:picChg chg="add mod">
          <ac:chgData name="Oisin Gibson - STUDENT" userId="ed51d723-880b-49b1-825d-dc1bedda07ba" providerId="ADAL" clId="{E4D07E4E-783C-4601-A338-0E4D6EF743E3}" dt="2026-04-10T09:24:30.907" v="4931" actId="26606"/>
          <ac:picMkLst>
            <pc:docMk/>
            <pc:sldMk cId="1661221485" sldId="266"/>
            <ac:picMk id="8" creationId="{17FCF148-320F-31E6-93DB-1BCB3BD823EB}"/>
          </ac:picMkLst>
        </pc:picChg>
        <pc:cxnChg chg="add del">
          <ac:chgData name="Oisin Gibson - STUDENT" userId="ed51d723-880b-49b1-825d-dc1bedda07ba" providerId="ADAL" clId="{E4D07E4E-783C-4601-A338-0E4D6EF743E3}" dt="2026-04-10T09:17:37.894" v="4927" actId="26606"/>
          <ac:cxnSpMkLst>
            <pc:docMk/>
            <pc:sldMk cId="1661221485" sldId="266"/>
            <ac:cxnSpMk id="11" creationId="{F15CCCF0-E573-463A-9760-1FDC0B2CFBD7}"/>
          </ac:cxnSpMkLst>
        </pc:cxnChg>
        <pc:cxnChg chg="add del">
          <ac:chgData name="Oisin Gibson - STUDENT" userId="ed51d723-880b-49b1-825d-dc1bedda07ba" providerId="ADAL" clId="{E4D07E4E-783C-4601-A338-0E4D6EF743E3}" dt="2026-04-10T09:17:37.856" v="4926" actId="26606"/>
          <ac:cxnSpMkLst>
            <pc:docMk/>
            <pc:sldMk cId="1661221485" sldId="266"/>
            <ac:cxnSpMk id="20" creationId="{055CEADF-09EA-423C-8C45-F94AF44D5AF0}"/>
          </ac:cxnSpMkLst>
        </pc:cxnChg>
        <pc:cxnChg chg="add del">
          <ac:chgData name="Oisin Gibson - STUDENT" userId="ed51d723-880b-49b1-825d-dc1bedda07ba" providerId="ADAL" clId="{E4D07E4E-783C-4601-A338-0E4D6EF743E3}" dt="2026-04-10T09:24:30.907" v="4931" actId="26606"/>
          <ac:cxnSpMkLst>
            <pc:docMk/>
            <pc:sldMk cId="1661221485" sldId="266"/>
            <ac:cxnSpMk id="23" creationId="{055CEADF-09EA-423C-8C45-F94AF44D5AF0}"/>
          </ac:cxnSpMkLst>
        </pc:cxnChg>
        <pc:cxnChg chg="add">
          <ac:chgData name="Oisin Gibson - STUDENT" userId="ed51d723-880b-49b1-825d-dc1bedda07ba" providerId="ADAL" clId="{E4D07E4E-783C-4601-A338-0E4D6EF743E3}" dt="2026-04-10T09:24:30.907" v="4931" actId="26606"/>
          <ac:cxnSpMkLst>
            <pc:docMk/>
            <pc:sldMk cId="1661221485" sldId="266"/>
            <ac:cxnSpMk id="30" creationId="{055CEADF-09EA-423C-8C45-F94AF44D5AF0}"/>
          </ac:cxnSpMkLst>
        </pc:cxnChg>
      </pc:sldChg>
      <pc:sldChg chg="addSp delSp modSp new mod setBg">
        <pc:chgData name="Oisin Gibson - STUDENT" userId="ed51d723-880b-49b1-825d-dc1bedda07ba" providerId="ADAL" clId="{E4D07E4E-783C-4601-A338-0E4D6EF743E3}" dt="2026-04-07T18:21:50.402" v="4826" actId="26606"/>
        <pc:sldMkLst>
          <pc:docMk/>
          <pc:sldMk cId="2398319061" sldId="267"/>
        </pc:sldMkLst>
        <pc:spChg chg="mod">
          <ac:chgData name="Oisin Gibson - STUDENT" userId="ed51d723-880b-49b1-825d-dc1bedda07ba" providerId="ADAL" clId="{E4D07E4E-783C-4601-A338-0E4D6EF743E3}" dt="2026-04-07T18:21:50.402" v="4826" actId="26606"/>
          <ac:spMkLst>
            <pc:docMk/>
            <pc:sldMk cId="2398319061" sldId="267"/>
            <ac:spMk id="2" creationId="{9215CA2A-4B5B-A79B-BFF4-41D7D11D9EC4}"/>
          </ac:spMkLst>
        </pc:spChg>
        <pc:spChg chg="add">
          <ac:chgData name="Oisin Gibson - STUDENT" userId="ed51d723-880b-49b1-825d-dc1bedda07ba" providerId="ADAL" clId="{E4D07E4E-783C-4601-A338-0E4D6EF743E3}" dt="2026-04-07T18:21:50.402" v="4826" actId="26606"/>
          <ac:spMkLst>
            <pc:docMk/>
            <pc:sldMk cId="2398319061" sldId="267"/>
            <ac:spMk id="9" creationId="{68BDBE5C-BBE9-4E89-BEE5-DEB6EAB8702D}"/>
          </ac:spMkLst>
        </pc:spChg>
        <pc:spChg chg="add">
          <ac:chgData name="Oisin Gibson - STUDENT" userId="ed51d723-880b-49b1-825d-dc1bedda07ba" providerId="ADAL" clId="{E4D07E4E-783C-4601-A338-0E4D6EF743E3}" dt="2026-04-07T18:21:50.402" v="4826" actId="26606"/>
          <ac:spMkLst>
            <pc:docMk/>
            <pc:sldMk cId="2398319061" sldId="267"/>
            <ac:spMk id="13" creationId="{DFC4168B-AA75-4715-9B96-CF84B170A68B}"/>
          </ac:spMkLst>
        </pc:spChg>
        <pc:graphicFrameChg chg="add">
          <ac:chgData name="Oisin Gibson - STUDENT" userId="ed51d723-880b-49b1-825d-dc1bedda07ba" providerId="ADAL" clId="{E4D07E4E-783C-4601-A338-0E4D6EF743E3}" dt="2026-04-07T18:21:50.402" v="4826" actId="26606"/>
          <ac:graphicFrameMkLst>
            <pc:docMk/>
            <pc:sldMk cId="2398319061" sldId="267"/>
            <ac:graphicFrameMk id="5" creationId="{F69811C5-BE9E-9DC8-FAD0-A0B25ECCB893}"/>
          </ac:graphicFrameMkLst>
        </pc:graphicFrameChg>
        <pc:cxnChg chg="add">
          <ac:chgData name="Oisin Gibson - STUDENT" userId="ed51d723-880b-49b1-825d-dc1bedda07ba" providerId="ADAL" clId="{E4D07E4E-783C-4601-A338-0E4D6EF743E3}" dt="2026-04-07T18:21:50.402" v="4826" actId="26606"/>
          <ac:cxnSpMkLst>
            <pc:docMk/>
            <pc:sldMk cId="2398319061" sldId="267"/>
            <ac:cxnSpMk id="11" creationId="{2752F38C-F560-47AA-90AD-209F39C04150}"/>
          </ac:cxnSpMkLst>
        </pc:cxnChg>
      </pc:sldChg>
      <pc:sldChg chg="addSp modSp new mod setBg">
        <pc:chgData name="Oisin Gibson - STUDENT" userId="ed51d723-880b-49b1-825d-dc1bedda07ba" providerId="ADAL" clId="{E4D07E4E-783C-4601-A338-0E4D6EF743E3}" dt="2026-04-07T18:23:11.957" v="4920" actId="26606"/>
        <pc:sldMkLst>
          <pc:docMk/>
          <pc:sldMk cId="2602244214" sldId="268"/>
        </pc:sldMkLst>
        <pc:spChg chg="mod">
          <ac:chgData name="Oisin Gibson - STUDENT" userId="ed51d723-880b-49b1-825d-dc1bedda07ba" providerId="ADAL" clId="{E4D07E4E-783C-4601-A338-0E4D6EF743E3}" dt="2026-04-07T18:23:11.957" v="4920" actId="26606"/>
          <ac:spMkLst>
            <pc:docMk/>
            <pc:sldMk cId="2602244214" sldId="268"/>
            <ac:spMk id="2" creationId="{50790E83-98A4-335A-6696-511B69825B7F}"/>
          </ac:spMkLst>
        </pc:spChg>
        <pc:spChg chg="mod">
          <ac:chgData name="Oisin Gibson - STUDENT" userId="ed51d723-880b-49b1-825d-dc1bedda07ba" providerId="ADAL" clId="{E4D07E4E-783C-4601-A338-0E4D6EF743E3}" dt="2026-04-07T18:23:11.957" v="4920" actId="26606"/>
          <ac:spMkLst>
            <pc:docMk/>
            <pc:sldMk cId="2602244214" sldId="268"/>
            <ac:spMk id="3" creationId="{A9E1C350-4870-06F9-27CE-F60DF63E4F4B}"/>
          </ac:spMkLst>
        </pc:spChg>
        <pc:spChg chg="add">
          <ac:chgData name="Oisin Gibson - STUDENT" userId="ed51d723-880b-49b1-825d-dc1bedda07ba" providerId="ADAL" clId="{E4D07E4E-783C-4601-A338-0E4D6EF743E3}" dt="2026-04-07T18:23:11.957" v="4920" actId="26606"/>
          <ac:spMkLst>
            <pc:docMk/>
            <pc:sldMk cId="2602244214" sldId="268"/>
            <ac:spMk id="10" creationId="{F64BBAA4-C62B-4146-B49F-FE4CC4655EE0}"/>
          </ac:spMkLst>
        </pc:spChg>
        <pc:spChg chg="add">
          <ac:chgData name="Oisin Gibson - STUDENT" userId="ed51d723-880b-49b1-825d-dc1bedda07ba" providerId="ADAL" clId="{E4D07E4E-783C-4601-A338-0E4D6EF743E3}" dt="2026-04-07T18:23:11.957" v="4920" actId="26606"/>
          <ac:spMkLst>
            <pc:docMk/>
            <pc:sldMk cId="2602244214" sldId="268"/>
            <ac:spMk id="14" creationId="{6BF36B24-6632-4516-9692-731462896C1F}"/>
          </ac:spMkLst>
        </pc:spChg>
        <pc:picChg chg="add mod">
          <ac:chgData name="Oisin Gibson - STUDENT" userId="ed51d723-880b-49b1-825d-dc1bedda07ba" providerId="ADAL" clId="{E4D07E4E-783C-4601-A338-0E4D6EF743E3}" dt="2026-04-07T18:23:11.957" v="4920" actId="26606"/>
          <ac:picMkLst>
            <pc:docMk/>
            <pc:sldMk cId="2602244214" sldId="268"/>
            <ac:picMk id="5" creationId="{62219993-360A-B5DE-3A93-0D89F50A88EE}"/>
          </ac:picMkLst>
        </pc:picChg>
        <pc:cxnChg chg="add">
          <ac:chgData name="Oisin Gibson - STUDENT" userId="ed51d723-880b-49b1-825d-dc1bedda07ba" providerId="ADAL" clId="{E4D07E4E-783C-4601-A338-0E4D6EF743E3}" dt="2026-04-07T18:23:11.957" v="4920" actId="26606"/>
          <ac:cxnSpMkLst>
            <pc:docMk/>
            <pc:sldMk cId="2602244214" sldId="268"/>
            <ac:cxnSpMk id="12" creationId="{EEB57AA8-F021-480C-A9E2-F89913313611}"/>
          </ac:cxnSpMkLst>
        </pc:cxnChg>
      </pc:sldChg>
      <pc:sldChg chg="addSp modSp new mod setBg">
        <pc:chgData name="Oisin Gibson - STUDENT" userId="ed51d723-880b-49b1-825d-dc1bedda07ba" providerId="ADAL" clId="{E4D07E4E-783C-4601-A338-0E4D6EF743E3}" dt="2026-04-01T23:00:07.177" v="3218" actId="26606"/>
        <pc:sldMkLst>
          <pc:docMk/>
          <pc:sldMk cId="96089301" sldId="269"/>
        </pc:sldMkLst>
        <pc:spChg chg="mod">
          <ac:chgData name="Oisin Gibson - STUDENT" userId="ed51d723-880b-49b1-825d-dc1bedda07ba" providerId="ADAL" clId="{E4D07E4E-783C-4601-A338-0E4D6EF743E3}" dt="2026-04-01T23:00:07.177" v="3218" actId="26606"/>
          <ac:spMkLst>
            <pc:docMk/>
            <pc:sldMk cId="96089301" sldId="269"/>
            <ac:spMk id="2" creationId="{3F08E961-77FB-29AB-AFD6-12E9356420F8}"/>
          </ac:spMkLst>
        </pc:spChg>
        <pc:spChg chg="mod">
          <ac:chgData name="Oisin Gibson - STUDENT" userId="ed51d723-880b-49b1-825d-dc1bedda07ba" providerId="ADAL" clId="{E4D07E4E-783C-4601-A338-0E4D6EF743E3}" dt="2026-04-01T23:00:07.177" v="3218" actId="26606"/>
          <ac:spMkLst>
            <pc:docMk/>
            <pc:sldMk cId="96089301" sldId="269"/>
            <ac:spMk id="3" creationId="{64DDF63D-3E22-869C-2973-79ACC1D57CA4}"/>
          </ac:spMkLst>
        </pc:spChg>
        <pc:spChg chg="add">
          <ac:chgData name="Oisin Gibson - STUDENT" userId="ed51d723-880b-49b1-825d-dc1bedda07ba" providerId="ADAL" clId="{E4D07E4E-783C-4601-A338-0E4D6EF743E3}" dt="2026-04-01T23:00:07.177" v="3218" actId="26606"/>
          <ac:spMkLst>
            <pc:docMk/>
            <pc:sldMk cId="96089301" sldId="269"/>
            <ac:spMk id="8" creationId="{C8DD82D3-D002-45B0-B16A-82B3DA4EFDDB}"/>
          </ac:spMkLst>
        </pc:spChg>
        <pc:spChg chg="add">
          <ac:chgData name="Oisin Gibson - STUDENT" userId="ed51d723-880b-49b1-825d-dc1bedda07ba" providerId="ADAL" clId="{E4D07E4E-783C-4601-A338-0E4D6EF743E3}" dt="2026-04-01T23:00:07.177" v="3218" actId="26606"/>
          <ac:spMkLst>
            <pc:docMk/>
            <pc:sldMk cId="96089301" sldId="269"/>
            <ac:spMk id="12" creationId="{14552793-7DFF-4EC7-AC69-D34A75D01880}"/>
          </ac:spMkLst>
        </pc:spChg>
        <pc:cxnChg chg="add">
          <ac:chgData name="Oisin Gibson - STUDENT" userId="ed51d723-880b-49b1-825d-dc1bedda07ba" providerId="ADAL" clId="{E4D07E4E-783C-4601-A338-0E4D6EF743E3}" dt="2026-04-01T23:00:07.177" v="3218" actId="26606"/>
          <ac:cxnSpMkLst>
            <pc:docMk/>
            <pc:sldMk cId="96089301" sldId="269"/>
            <ac:cxnSpMk id="10" creationId="{9F09C252-16FE-4557-AD6D-BB5CA773496C}"/>
          </ac:cxnSpMkLst>
        </pc:cxnChg>
      </pc:sldChg>
      <pc:sldChg chg="addSp delSp modSp new mod setBg modNotesTx">
        <pc:chgData name="Oisin Gibson - STUDENT" userId="ed51d723-880b-49b1-825d-dc1bedda07ba" providerId="ADAL" clId="{E4D07E4E-783C-4601-A338-0E4D6EF743E3}" dt="2026-04-07T18:41:09.614" v="4923" actId="26606"/>
        <pc:sldMkLst>
          <pc:docMk/>
          <pc:sldMk cId="3125324398" sldId="270"/>
        </pc:sldMkLst>
        <pc:spChg chg="mod">
          <ac:chgData name="Oisin Gibson - STUDENT" userId="ed51d723-880b-49b1-825d-dc1bedda07ba" providerId="ADAL" clId="{E4D07E4E-783C-4601-A338-0E4D6EF743E3}" dt="2026-04-07T18:41:09.596" v="4922" actId="26606"/>
          <ac:spMkLst>
            <pc:docMk/>
            <pc:sldMk cId="3125324398" sldId="270"/>
            <ac:spMk id="2" creationId="{39DBA170-2666-6BEE-245D-E7FFA90116A5}"/>
          </ac:spMkLst>
        </pc:spChg>
        <pc:spChg chg="add">
          <ac:chgData name="Oisin Gibson - STUDENT" userId="ed51d723-880b-49b1-825d-dc1bedda07ba" providerId="ADAL" clId="{E4D07E4E-783C-4601-A338-0E4D6EF743E3}" dt="2026-04-07T18:41:09.614" v="4923" actId="26606"/>
          <ac:spMkLst>
            <pc:docMk/>
            <pc:sldMk cId="3125324398" sldId="270"/>
            <ac:spMk id="25" creationId="{13BCCAE5-A35B-4B66-A4A7-E23C34A403A4}"/>
          </ac:spMkLst>
        </pc:spChg>
        <pc:spChg chg="add">
          <ac:chgData name="Oisin Gibson - STUDENT" userId="ed51d723-880b-49b1-825d-dc1bedda07ba" providerId="ADAL" clId="{E4D07E4E-783C-4601-A338-0E4D6EF743E3}" dt="2026-04-07T18:41:09.614" v="4923" actId="26606"/>
          <ac:spMkLst>
            <pc:docMk/>
            <pc:sldMk cId="3125324398" sldId="270"/>
            <ac:spMk id="27" creationId="{0B2EDFE5-9478-4774-9D3D-FEC7DC7082EF}"/>
          </ac:spMkLst>
        </pc:spChg>
        <pc:graphicFrameChg chg="add">
          <ac:chgData name="Oisin Gibson - STUDENT" userId="ed51d723-880b-49b1-825d-dc1bedda07ba" providerId="ADAL" clId="{E4D07E4E-783C-4601-A338-0E4D6EF743E3}" dt="2026-04-07T18:41:09.614" v="4923" actId="26606"/>
          <ac:graphicFrameMkLst>
            <pc:docMk/>
            <pc:sldMk cId="3125324398" sldId="270"/>
            <ac:graphicFrameMk id="16" creationId="{69E788E4-4673-D853-04D8-16B5EC61E978}"/>
          </ac:graphicFrameMkLst>
        </pc:graphicFrameChg>
        <pc:picChg chg="add mod">
          <ac:chgData name="Oisin Gibson - STUDENT" userId="ed51d723-880b-49b1-825d-dc1bedda07ba" providerId="ADAL" clId="{E4D07E4E-783C-4601-A338-0E4D6EF743E3}" dt="2026-04-07T18:41:09.596" v="4922" actId="26606"/>
          <ac:picMkLst>
            <pc:docMk/>
            <pc:sldMk cId="3125324398" sldId="270"/>
            <ac:picMk id="7" creationId="{6F39867E-6393-1C23-A66D-ACFA8A34991B}"/>
          </ac:picMkLst>
        </pc:picChg>
        <pc:cxnChg chg="add">
          <ac:chgData name="Oisin Gibson - STUDENT" userId="ed51d723-880b-49b1-825d-dc1bedda07ba" providerId="ADAL" clId="{E4D07E4E-783C-4601-A338-0E4D6EF743E3}" dt="2026-04-07T18:41:09.614" v="4923" actId="26606"/>
          <ac:cxnSpMkLst>
            <pc:docMk/>
            <pc:sldMk cId="3125324398" sldId="270"/>
            <ac:cxnSpMk id="26" creationId="{6987BDFB-DE64-4B56-B44F-45FAE19FA94E}"/>
          </ac:cxnSpMkLst>
        </pc:cxnChg>
      </pc:sldChg>
    </pc:docChg>
  </pc:docChgLst>
</pc:chgInfo>
</file>

<file path=ppt/diagrams/_rels/data1.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_rels/drawing1.xml.rels><?xml version="1.0" encoding="UTF-8" standalone="yes"?>
<Relationships xmlns="http://schemas.openxmlformats.org/package/2006/relationships"><Relationship Id="rId8" Type="http://schemas.openxmlformats.org/officeDocument/2006/relationships/image" Target="../media/image17.sv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svg"/><Relationship Id="rId1" Type="http://schemas.openxmlformats.org/officeDocument/2006/relationships/image" Target="../media/image10.png"/><Relationship Id="rId6" Type="http://schemas.openxmlformats.org/officeDocument/2006/relationships/image" Target="../media/image15.svg"/><Relationship Id="rId5" Type="http://schemas.openxmlformats.org/officeDocument/2006/relationships/image" Target="../media/image14.png"/><Relationship Id="rId4" Type="http://schemas.openxmlformats.org/officeDocument/2006/relationships/image" Target="../media/image13.svg"/></Relationships>
</file>

<file path=ppt/diagrams/colors1.xml><?xml version="1.0" encoding="utf-8"?>
<dgm:colorsDef xmlns:dgm="http://schemas.openxmlformats.org/drawingml/2006/diagram" xmlns:a="http://schemas.openxmlformats.org/drawingml/2006/main" uniqueId="urn:microsoft.com/office/officeart/2018/5/colors/Iconchunking_neutralbg_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a:alpha val="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11DB279-A25F-480C-9347-25B8C20EAC0C}" type="doc">
      <dgm:prSet loTypeId="urn:microsoft.com/office/officeart/2018/2/layout/IconLabelList" loCatId="icon" qsTypeId="urn:microsoft.com/office/officeart/2005/8/quickstyle/simple1" qsCatId="simple" csTypeId="urn:microsoft.com/office/officeart/2018/5/colors/Iconchunking_neutralbg_accent1_2" csCatId="accent1" phldr="1"/>
      <dgm:spPr/>
      <dgm:t>
        <a:bodyPr/>
        <a:lstStyle/>
        <a:p>
          <a:endParaRPr lang="en-US"/>
        </a:p>
      </dgm:t>
    </dgm:pt>
    <dgm:pt modelId="{8B47DC79-22D8-4CFF-944A-0B4BDBCB2545}">
      <dgm:prSet/>
      <dgm:spPr/>
      <dgm:t>
        <a:bodyPr/>
        <a:lstStyle/>
        <a:p>
          <a:r>
            <a:rPr lang="en-IE"/>
            <a:t>Accuracy – 94.7%</a:t>
          </a:r>
          <a:endParaRPr lang="en-US"/>
        </a:p>
      </dgm:t>
    </dgm:pt>
    <dgm:pt modelId="{0B04DE31-6353-4630-BD95-272E402CED67}" type="parTrans" cxnId="{B43471E7-A068-4F8D-A98A-9C3CA620B571}">
      <dgm:prSet/>
      <dgm:spPr/>
      <dgm:t>
        <a:bodyPr/>
        <a:lstStyle/>
        <a:p>
          <a:endParaRPr lang="en-US"/>
        </a:p>
      </dgm:t>
    </dgm:pt>
    <dgm:pt modelId="{7F9B3181-9E46-4E2E-97FD-7F400A04491E}" type="sibTrans" cxnId="{B43471E7-A068-4F8D-A98A-9C3CA620B571}">
      <dgm:prSet/>
      <dgm:spPr/>
      <dgm:t>
        <a:bodyPr/>
        <a:lstStyle/>
        <a:p>
          <a:endParaRPr lang="en-US"/>
        </a:p>
      </dgm:t>
    </dgm:pt>
    <dgm:pt modelId="{D799F91F-D5FD-4A08-A12D-3C4E83FC83B4}">
      <dgm:prSet/>
      <dgm:spPr/>
      <dgm:t>
        <a:bodyPr/>
        <a:lstStyle/>
        <a:p>
          <a:r>
            <a:rPr lang="en-IE"/>
            <a:t>Showed strong overall performance</a:t>
          </a:r>
          <a:endParaRPr lang="en-US"/>
        </a:p>
      </dgm:t>
    </dgm:pt>
    <dgm:pt modelId="{8EF1A7E9-571C-497D-95E3-8817C517D73F}" type="parTrans" cxnId="{611924E1-F81A-4357-9D07-EC5412937098}">
      <dgm:prSet/>
      <dgm:spPr/>
      <dgm:t>
        <a:bodyPr/>
        <a:lstStyle/>
        <a:p>
          <a:endParaRPr lang="en-US"/>
        </a:p>
      </dgm:t>
    </dgm:pt>
    <dgm:pt modelId="{5C50CFED-D4CB-4FED-980C-54AFA2909BB2}" type="sibTrans" cxnId="{611924E1-F81A-4357-9D07-EC5412937098}">
      <dgm:prSet/>
      <dgm:spPr/>
      <dgm:t>
        <a:bodyPr/>
        <a:lstStyle/>
        <a:p>
          <a:endParaRPr lang="en-US"/>
        </a:p>
      </dgm:t>
    </dgm:pt>
    <dgm:pt modelId="{C034F9BB-6519-49F1-8F53-1199CE713834}">
      <dgm:prSet/>
      <dgm:spPr/>
      <dgm:t>
        <a:bodyPr/>
        <a:lstStyle/>
        <a:p>
          <a:r>
            <a:rPr lang="en-IE"/>
            <a:t>High accuracy on the unseen test data</a:t>
          </a:r>
          <a:endParaRPr lang="en-US"/>
        </a:p>
      </dgm:t>
    </dgm:pt>
    <dgm:pt modelId="{CC383105-DFA7-42EC-B832-2BC2377C465B}" type="parTrans" cxnId="{B0D795BF-0609-4597-B15D-334C1427135D}">
      <dgm:prSet/>
      <dgm:spPr/>
      <dgm:t>
        <a:bodyPr/>
        <a:lstStyle/>
        <a:p>
          <a:endParaRPr lang="en-US"/>
        </a:p>
      </dgm:t>
    </dgm:pt>
    <dgm:pt modelId="{72083493-028B-406B-85F4-C2408D4D870D}" type="sibTrans" cxnId="{B0D795BF-0609-4597-B15D-334C1427135D}">
      <dgm:prSet/>
      <dgm:spPr/>
      <dgm:t>
        <a:bodyPr/>
        <a:lstStyle/>
        <a:p>
          <a:endParaRPr lang="en-US"/>
        </a:p>
      </dgm:t>
    </dgm:pt>
    <dgm:pt modelId="{D5D0D76A-71F9-404C-8898-EE70846468A5}">
      <dgm:prSet/>
      <dgm:spPr/>
      <dgm:t>
        <a:bodyPr/>
        <a:lstStyle/>
        <a:p>
          <a:r>
            <a:rPr lang="en-IE"/>
            <a:t>Model generalises well</a:t>
          </a:r>
          <a:endParaRPr lang="en-US"/>
        </a:p>
      </dgm:t>
    </dgm:pt>
    <dgm:pt modelId="{FF756F87-4295-4BE8-955B-0B65A1875662}" type="parTrans" cxnId="{4CB7B637-A2CF-4A8A-BD8F-7848B6EC60A2}">
      <dgm:prSet/>
      <dgm:spPr/>
      <dgm:t>
        <a:bodyPr/>
        <a:lstStyle/>
        <a:p>
          <a:endParaRPr lang="en-US"/>
        </a:p>
      </dgm:t>
    </dgm:pt>
    <dgm:pt modelId="{39E7F68F-FAD2-43F1-A9D0-4DDE930BEE7E}" type="sibTrans" cxnId="{4CB7B637-A2CF-4A8A-BD8F-7848B6EC60A2}">
      <dgm:prSet/>
      <dgm:spPr/>
      <dgm:t>
        <a:bodyPr/>
        <a:lstStyle/>
        <a:p>
          <a:endParaRPr lang="en-US"/>
        </a:p>
      </dgm:t>
    </dgm:pt>
    <dgm:pt modelId="{45A6BEA7-3955-447D-8F91-4E76D2DA9D46}" type="pres">
      <dgm:prSet presAssocID="{611DB279-A25F-480C-9347-25B8C20EAC0C}" presName="root" presStyleCnt="0">
        <dgm:presLayoutVars>
          <dgm:dir/>
          <dgm:resizeHandles val="exact"/>
        </dgm:presLayoutVars>
      </dgm:prSet>
      <dgm:spPr/>
    </dgm:pt>
    <dgm:pt modelId="{E6E0CB8F-F47B-4C52-8958-39D63D4DB202}" type="pres">
      <dgm:prSet presAssocID="{8B47DC79-22D8-4CFF-944A-0B4BDBCB2545}" presName="compNode" presStyleCnt="0"/>
      <dgm:spPr/>
    </dgm:pt>
    <dgm:pt modelId="{A107BBE8-7112-45D5-A2FA-A8ACD9F84F7B}" type="pres">
      <dgm:prSet presAssocID="{8B47DC79-22D8-4CFF-944A-0B4BDBCB2545}"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ullseye"/>
        </a:ext>
      </dgm:extLst>
    </dgm:pt>
    <dgm:pt modelId="{46F3DA69-E1D5-4CB7-BBB8-CFE829B1312E}" type="pres">
      <dgm:prSet presAssocID="{8B47DC79-22D8-4CFF-944A-0B4BDBCB2545}" presName="spaceRect" presStyleCnt="0"/>
      <dgm:spPr/>
    </dgm:pt>
    <dgm:pt modelId="{67644680-FFA3-4A63-8FEE-F7B5CAC9B4E8}" type="pres">
      <dgm:prSet presAssocID="{8B47DC79-22D8-4CFF-944A-0B4BDBCB2545}" presName="textRect" presStyleLbl="revTx" presStyleIdx="0" presStyleCnt="4">
        <dgm:presLayoutVars>
          <dgm:chMax val="1"/>
          <dgm:chPref val="1"/>
        </dgm:presLayoutVars>
      </dgm:prSet>
      <dgm:spPr/>
    </dgm:pt>
    <dgm:pt modelId="{462F0EF8-E4AD-42F2-B59B-13E9DCA9D30B}" type="pres">
      <dgm:prSet presAssocID="{7F9B3181-9E46-4E2E-97FD-7F400A04491E}" presName="sibTrans" presStyleCnt="0"/>
      <dgm:spPr/>
    </dgm:pt>
    <dgm:pt modelId="{F1601802-DC1F-4EAD-AB10-353639D3445B}" type="pres">
      <dgm:prSet presAssocID="{D799F91F-D5FD-4A08-A12D-3C4E83FC83B4}" presName="compNode" presStyleCnt="0"/>
      <dgm:spPr/>
    </dgm:pt>
    <dgm:pt modelId="{3FC7D53C-AA0F-4AA7-822B-5C71F3908272}" type="pres">
      <dgm:prSet presAssocID="{D799F91F-D5FD-4A08-A12D-3C4E83FC83B4}"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Upward trend"/>
        </a:ext>
      </dgm:extLst>
    </dgm:pt>
    <dgm:pt modelId="{758446EE-D263-4453-9366-10D42E2B11F8}" type="pres">
      <dgm:prSet presAssocID="{D799F91F-D5FD-4A08-A12D-3C4E83FC83B4}" presName="spaceRect" presStyleCnt="0"/>
      <dgm:spPr/>
    </dgm:pt>
    <dgm:pt modelId="{E69014D0-D42A-40E5-837D-11AF25528F99}" type="pres">
      <dgm:prSet presAssocID="{D799F91F-D5FD-4A08-A12D-3C4E83FC83B4}" presName="textRect" presStyleLbl="revTx" presStyleIdx="1" presStyleCnt="4">
        <dgm:presLayoutVars>
          <dgm:chMax val="1"/>
          <dgm:chPref val="1"/>
        </dgm:presLayoutVars>
      </dgm:prSet>
      <dgm:spPr/>
    </dgm:pt>
    <dgm:pt modelId="{305A8364-9484-423C-8E3E-3BCCD07AD45A}" type="pres">
      <dgm:prSet presAssocID="{5C50CFED-D4CB-4FED-980C-54AFA2909BB2}" presName="sibTrans" presStyleCnt="0"/>
      <dgm:spPr/>
    </dgm:pt>
    <dgm:pt modelId="{19B7C29F-4AE0-401B-8D48-DF4889C073BE}" type="pres">
      <dgm:prSet presAssocID="{C034F9BB-6519-49F1-8F53-1199CE713834}" presName="compNode" presStyleCnt="0"/>
      <dgm:spPr/>
    </dgm:pt>
    <dgm:pt modelId="{3B61C310-09AF-4A3E-9CCA-291A9FEC7AF7}" type="pres">
      <dgm:prSet presAssocID="{C034F9BB-6519-49F1-8F53-1199CE713834}"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Magnifying glass"/>
        </a:ext>
      </dgm:extLst>
    </dgm:pt>
    <dgm:pt modelId="{B39CD537-F2D7-4366-A142-19668705F0DD}" type="pres">
      <dgm:prSet presAssocID="{C034F9BB-6519-49F1-8F53-1199CE713834}" presName="spaceRect" presStyleCnt="0"/>
      <dgm:spPr/>
    </dgm:pt>
    <dgm:pt modelId="{2AE4E004-1999-4817-A6A3-06DA68FEBF83}" type="pres">
      <dgm:prSet presAssocID="{C034F9BB-6519-49F1-8F53-1199CE713834}" presName="textRect" presStyleLbl="revTx" presStyleIdx="2" presStyleCnt="4">
        <dgm:presLayoutVars>
          <dgm:chMax val="1"/>
          <dgm:chPref val="1"/>
        </dgm:presLayoutVars>
      </dgm:prSet>
      <dgm:spPr/>
    </dgm:pt>
    <dgm:pt modelId="{C35B51AA-F2C6-4656-9CD2-5FEC689D9C99}" type="pres">
      <dgm:prSet presAssocID="{72083493-028B-406B-85F4-C2408D4D870D}" presName="sibTrans" presStyleCnt="0"/>
      <dgm:spPr/>
    </dgm:pt>
    <dgm:pt modelId="{59585BE8-77CA-4E15-82E5-C7BFA44305DF}" type="pres">
      <dgm:prSet presAssocID="{D5D0D76A-71F9-404C-8898-EE70846468A5}" presName="compNode" presStyleCnt="0"/>
      <dgm:spPr/>
    </dgm:pt>
    <dgm:pt modelId="{B9A1267B-A5D7-40B8-B25F-FC0527F6903E}" type="pres">
      <dgm:prSet presAssocID="{D5D0D76A-71F9-404C-8898-EE70846468A5}"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Checkmark"/>
        </a:ext>
      </dgm:extLst>
    </dgm:pt>
    <dgm:pt modelId="{5098B32E-E7E8-4BF2-AE75-974FD8DA6764}" type="pres">
      <dgm:prSet presAssocID="{D5D0D76A-71F9-404C-8898-EE70846468A5}" presName="spaceRect" presStyleCnt="0"/>
      <dgm:spPr/>
    </dgm:pt>
    <dgm:pt modelId="{092E1D29-CB93-4DC4-9374-134A62234EC1}" type="pres">
      <dgm:prSet presAssocID="{D5D0D76A-71F9-404C-8898-EE70846468A5}" presName="textRect" presStyleLbl="revTx" presStyleIdx="3" presStyleCnt="4">
        <dgm:presLayoutVars>
          <dgm:chMax val="1"/>
          <dgm:chPref val="1"/>
        </dgm:presLayoutVars>
      </dgm:prSet>
      <dgm:spPr/>
    </dgm:pt>
  </dgm:ptLst>
  <dgm:cxnLst>
    <dgm:cxn modelId="{7AA0EA17-C568-47C6-8483-E7A01EE8592F}" type="presOf" srcId="{611DB279-A25F-480C-9347-25B8C20EAC0C}" destId="{45A6BEA7-3955-447D-8F91-4E76D2DA9D46}" srcOrd="0" destOrd="0" presId="urn:microsoft.com/office/officeart/2018/2/layout/IconLabelList"/>
    <dgm:cxn modelId="{E41C8828-BE15-4194-8360-C7168D906857}" type="presOf" srcId="{8B47DC79-22D8-4CFF-944A-0B4BDBCB2545}" destId="{67644680-FFA3-4A63-8FEE-F7B5CAC9B4E8}" srcOrd="0" destOrd="0" presId="urn:microsoft.com/office/officeart/2018/2/layout/IconLabelList"/>
    <dgm:cxn modelId="{4CB7B637-A2CF-4A8A-BD8F-7848B6EC60A2}" srcId="{611DB279-A25F-480C-9347-25B8C20EAC0C}" destId="{D5D0D76A-71F9-404C-8898-EE70846468A5}" srcOrd="3" destOrd="0" parTransId="{FF756F87-4295-4BE8-955B-0B65A1875662}" sibTransId="{39E7F68F-FAD2-43F1-A9D0-4DDE930BEE7E}"/>
    <dgm:cxn modelId="{1155E84B-D0B7-46C5-882A-F31039F56E3D}" type="presOf" srcId="{D799F91F-D5FD-4A08-A12D-3C4E83FC83B4}" destId="{E69014D0-D42A-40E5-837D-11AF25528F99}" srcOrd="0" destOrd="0" presId="urn:microsoft.com/office/officeart/2018/2/layout/IconLabelList"/>
    <dgm:cxn modelId="{A328FF8A-075E-467A-8F60-9D64CC302071}" type="presOf" srcId="{C034F9BB-6519-49F1-8F53-1199CE713834}" destId="{2AE4E004-1999-4817-A6A3-06DA68FEBF83}" srcOrd="0" destOrd="0" presId="urn:microsoft.com/office/officeart/2018/2/layout/IconLabelList"/>
    <dgm:cxn modelId="{B0D795BF-0609-4597-B15D-334C1427135D}" srcId="{611DB279-A25F-480C-9347-25B8C20EAC0C}" destId="{C034F9BB-6519-49F1-8F53-1199CE713834}" srcOrd="2" destOrd="0" parTransId="{CC383105-DFA7-42EC-B832-2BC2377C465B}" sibTransId="{72083493-028B-406B-85F4-C2408D4D870D}"/>
    <dgm:cxn modelId="{611924E1-F81A-4357-9D07-EC5412937098}" srcId="{611DB279-A25F-480C-9347-25B8C20EAC0C}" destId="{D799F91F-D5FD-4A08-A12D-3C4E83FC83B4}" srcOrd="1" destOrd="0" parTransId="{8EF1A7E9-571C-497D-95E3-8817C517D73F}" sibTransId="{5C50CFED-D4CB-4FED-980C-54AFA2909BB2}"/>
    <dgm:cxn modelId="{A1243FE1-4EE0-4155-9492-931EE596AF27}" type="presOf" srcId="{D5D0D76A-71F9-404C-8898-EE70846468A5}" destId="{092E1D29-CB93-4DC4-9374-134A62234EC1}" srcOrd="0" destOrd="0" presId="urn:microsoft.com/office/officeart/2018/2/layout/IconLabelList"/>
    <dgm:cxn modelId="{B43471E7-A068-4F8D-A98A-9C3CA620B571}" srcId="{611DB279-A25F-480C-9347-25B8C20EAC0C}" destId="{8B47DC79-22D8-4CFF-944A-0B4BDBCB2545}" srcOrd="0" destOrd="0" parTransId="{0B04DE31-6353-4630-BD95-272E402CED67}" sibTransId="{7F9B3181-9E46-4E2E-97FD-7F400A04491E}"/>
    <dgm:cxn modelId="{9D2DE271-0625-4438-8475-10D1C5430A1D}" type="presParOf" srcId="{45A6BEA7-3955-447D-8F91-4E76D2DA9D46}" destId="{E6E0CB8F-F47B-4C52-8958-39D63D4DB202}" srcOrd="0" destOrd="0" presId="urn:microsoft.com/office/officeart/2018/2/layout/IconLabelList"/>
    <dgm:cxn modelId="{EECCC48B-ABE5-4FEC-B5CA-74EF0F15B574}" type="presParOf" srcId="{E6E0CB8F-F47B-4C52-8958-39D63D4DB202}" destId="{A107BBE8-7112-45D5-A2FA-A8ACD9F84F7B}" srcOrd="0" destOrd="0" presId="urn:microsoft.com/office/officeart/2018/2/layout/IconLabelList"/>
    <dgm:cxn modelId="{0B8F55C6-E881-4CF3-83A9-EA5E1EA14F32}" type="presParOf" srcId="{E6E0CB8F-F47B-4C52-8958-39D63D4DB202}" destId="{46F3DA69-E1D5-4CB7-BBB8-CFE829B1312E}" srcOrd="1" destOrd="0" presId="urn:microsoft.com/office/officeart/2018/2/layout/IconLabelList"/>
    <dgm:cxn modelId="{D2C7E478-32F8-494A-BD62-8903CD48741A}" type="presParOf" srcId="{E6E0CB8F-F47B-4C52-8958-39D63D4DB202}" destId="{67644680-FFA3-4A63-8FEE-F7B5CAC9B4E8}" srcOrd="2" destOrd="0" presId="urn:microsoft.com/office/officeart/2018/2/layout/IconLabelList"/>
    <dgm:cxn modelId="{425B0FAA-81D6-4B6C-B409-94E095538567}" type="presParOf" srcId="{45A6BEA7-3955-447D-8F91-4E76D2DA9D46}" destId="{462F0EF8-E4AD-42F2-B59B-13E9DCA9D30B}" srcOrd="1" destOrd="0" presId="urn:microsoft.com/office/officeart/2018/2/layout/IconLabelList"/>
    <dgm:cxn modelId="{9C9443C7-67A6-4E26-8733-78E24ECA25C8}" type="presParOf" srcId="{45A6BEA7-3955-447D-8F91-4E76D2DA9D46}" destId="{F1601802-DC1F-4EAD-AB10-353639D3445B}" srcOrd="2" destOrd="0" presId="urn:microsoft.com/office/officeart/2018/2/layout/IconLabelList"/>
    <dgm:cxn modelId="{FD622549-D967-4D7B-B592-2882003BE62A}" type="presParOf" srcId="{F1601802-DC1F-4EAD-AB10-353639D3445B}" destId="{3FC7D53C-AA0F-4AA7-822B-5C71F3908272}" srcOrd="0" destOrd="0" presId="urn:microsoft.com/office/officeart/2018/2/layout/IconLabelList"/>
    <dgm:cxn modelId="{3224D1A2-E372-485A-A53C-F076FB3F3522}" type="presParOf" srcId="{F1601802-DC1F-4EAD-AB10-353639D3445B}" destId="{758446EE-D263-4453-9366-10D42E2B11F8}" srcOrd="1" destOrd="0" presId="urn:microsoft.com/office/officeart/2018/2/layout/IconLabelList"/>
    <dgm:cxn modelId="{CE075191-5027-4136-9B24-B03E3918DDB8}" type="presParOf" srcId="{F1601802-DC1F-4EAD-AB10-353639D3445B}" destId="{E69014D0-D42A-40E5-837D-11AF25528F99}" srcOrd="2" destOrd="0" presId="urn:microsoft.com/office/officeart/2018/2/layout/IconLabelList"/>
    <dgm:cxn modelId="{4A027765-5BAD-4890-8FFC-BD0C237211A0}" type="presParOf" srcId="{45A6BEA7-3955-447D-8F91-4E76D2DA9D46}" destId="{305A8364-9484-423C-8E3E-3BCCD07AD45A}" srcOrd="3" destOrd="0" presId="urn:microsoft.com/office/officeart/2018/2/layout/IconLabelList"/>
    <dgm:cxn modelId="{3FF6BD00-2AE4-4802-B08E-BEE4CA6AD9EB}" type="presParOf" srcId="{45A6BEA7-3955-447D-8F91-4E76D2DA9D46}" destId="{19B7C29F-4AE0-401B-8D48-DF4889C073BE}" srcOrd="4" destOrd="0" presId="urn:microsoft.com/office/officeart/2018/2/layout/IconLabelList"/>
    <dgm:cxn modelId="{6392C48D-156D-404D-BB73-F548AA4C8E97}" type="presParOf" srcId="{19B7C29F-4AE0-401B-8D48-DF4889C073BE}" destId="{3B61C310-09AF-4A3E-9CCA-291A9FEC7AF7}" srcOrd="0" destOrd="0" presId="urn:microsoft.com/office/officeart/2018/2/layout/IconLabelList"/>
    <dgm:cxn modelId="{5ABB1B74-471B-4F16-95C7-ECF4E0919BAC}" type="presParOf" srcId="{19B7C29F-4AE0-401B-8D48-DF4889C073BE}" destId="{B39CD537-F2D7-4366-A142-19668705F0DD}" srcOrd="1" destOrd="0" presId="urn:microsoft.com/office/officeart/2018/2/layout/IconLabelList"/>
    <dgm:cxn modelId="{09D50FC7-7C88-48FB-8DAD-397BF1267C63}" type="presParOf" srcId="{19B7C29F-4AE0-401B-8D48-DF4889C073BE}" destId="{2AE4E004-1999-4817-A6A3-06DA68FEBF83}" srcOrd="2" destOrd="0" presId="urn:microsoft.com/office/officeart/2018/2/layout/IconLabelList"/>
    <dgm:cxn modelId="{B7F161C3-3469-4797-B784-46E075C52228}" type="presParOf" srcId="{45A6BEA7-3955-447D-8F91-4E76D2DA9D46}" destId="{C35B51AA-F2C6-4656-9CD2-5FEC689D9C99}" srcOrd="5" destOrd="0" presId="urn:microsoft.com/office/officeart/2018/2/layout/IconLabelList"/>
    <dgm:cxn modelId="{3985A44E-1082-4D69-9231-4668B7E95932}" type="presParOf" srcId="{45A6BEA7-3955-447D-8F91-4E76D2DA9D46}" destId="{59585BE8-77CA-4E15-82E5-C7BFA44305DF}" srcOrd="6" destOrd="0" presId="urn:microsoft.com/office/officeart/2018/2/layout/IconLabelList"/>
    <dgm:cxn modelId="{796C1096-E770-4AB4-BC66-83B025889BCF}" type="presParOf" srcId="{59585BE8-77CA-4E15-82E5-C7BFA44305DF}" destId="{B9A1267B-A5D7-40B8-B25F-FC0527F6903E}" srcOrd="0" destOrd="0" presId="urn:microsoft.com/office/officeart/2018/2/layout/IconLabelList"/>
    <dgm:cxn modelId="{8A35CFD2-5DEE-49C1-AEC7-9453395F5214}" type="presParOf" srcId="{59585BE8-77CA-4E15-82E5-C7BFA44305DF}" destId="{5098B32E-E7E8-4BF2-AE75-974FD8DA6764}" srcOrd="1" destOrd="0" presId="urn:microsoft.com/office/officeart/2018/2/layout/IconLabelList"/>
    <dgm:cxn modelId="{0C014031-C693-4317-9220-A92E44B12482}" type="presParOf" srcId="{59585BE8-77CA-4E15-82E5-C7BFA44305DF}" destId="{092E1D29-CB93-4DC4-9374-134A62234EC1}"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408B9EC-A41F-4928-9CB8-CB32CD1B4FC0}" type="doc">
      <dgm:prSet loTypeId="urn:microsoft.com/office/officeart/2005/8/layout/vList2" loCatId="list" qsTypeId="urn:microsoft.com/office/officeart/2005/8/quickstyle/simple1" qsCatId="simple" csTypeId="urn:microsoft.com/office/officeart/2005/8/colors/accent2_2" csCatId="accent2"/>
      <dgm:spPr/>
      <dgm:t>
        <a:bodyPr/>
        <a:lstStyle/>
        <a:p>
          <a:endParaRPr lang="en-US"/>
        </a:p>
      </dgm:t>
    </dgm:pt>
    <dgm:pt modelId="{0A566128-3C01-4866-B3EB-0BBA56D84EF7}">
      <dgm:prSet/>
      <dgm:spPr/>
      <dgm:t>
        <a:bodyPr/>
        <a:lstStyle/>
        <a:p>
          <a:r>
            <a:rPr lang="en-IE"/>
            <a:t>Perfect classification of the high-risk patients</a:t>
          </a:r>
          <a:endParaRPr lang="en-US"/>
        </a:p>
      </dgm:t>
    </dgm:pt>
    <dgm:pt modelId="{5D984A85-2589-4078-9A46-43F63F5BD5C2}" type="parTrans" cxnId="{61FBC501-82CB-4588-9BEF-80E2142ED949}">
      <dgm:prSet/>
      <dgm:spPr/>
      <dgm:t>
        <a:bodyPr/>
        <a:lstStyle/>
        <a:p>
          <a:endParaRPr lang="en-US"/>
        </a:p>
      </dgm:t>
    </dgm:pt>
    <dgm:pt modelId="{5BFFCEF0-E02B-4AD0-9956-3AEEBA491D53}" type="sibTrans" cxnId="{61FBC501-82CB-4588-9BEF-80E2142ED949}">
      <dgm:prSet/>
      <dgm:spPr/>
      <dgm:t>
        <a:bodyPr/>
        <a:lstStyle/>
        <a:p>
          <a:endParaRPr lang="en-US"/>
        </a:p>
      </dgm:t>
    </dgm:pt>
    <dgm:pt modelId="{441670C1-5A93-4D34-B532-86FD44B232A6}">
      <dgm:prSet/>
      <dgm:spPr/>
      <dgm:t>
        <a:bodyPr/>
        <a:lstStyle/>
        <a:p>
          <a:r>
            <a:rPr lang="en-IE"/>
            <a:t>Minor errors in the medium-risk category</a:t>
          </a:r>
          <a:endParaRPr lang="en-US"/>
        </a:p>
      </dgm:t>
    </dgm:pt>
    <dgm:pt modelId="{294F859A-6AED-4DC2-9A6B-E901034F000D}" type="parTrans" cxnId="{2D5DD77A-A8F0-4882-9C6E-78DC178020CA}">
      <dgm:prSet/>
      <dgm:spPr/>
      <dgm:t>
        <a:bodyPr/>
        <a:lstStyle/>
        <a:p>
          <a:endParaRPr lang="en-US"/>
        </a:p>
      </dgm:t>
    </dgm:pt>
    <dgm:pt modelId="{84EF6A4F-7B5C-4071-94D1-5D440F6DD7F8}" type="sibTrans" cxnId="{2D5DD77A-A8F0-4882-9C6E-78DC178020CA}">
      <dgm:prSet/>
      <dgm:spPr/>
      <dgm:t>
        <a:bodyPr/>
        <a:lstStyle/>
        <a:p>
          <a:endParaRPr lang="en-US"/>
        </a:p>
      </dgm:t>
    </dgm:pt>
    <dgm:pt modelId="{D947DAA9-2852-4915-A996-93D4AB3FC1F7}">
      <dgm:prSet/>
      <dgm:spPr/>
      <dgm:t>
        <a:bodyPr/>
        <a:lstStyle/>
        <a:p>
          <a:r>
            <a:rPr lang="en-IE"/>
            <a:t>No low-risk samples in the test set</a:t>
          </a:r>
          <a:endParaRPr lang="en-US"/>
        </a:p>
      </dgm:t>
    </dgm:pt>
    <dgm:pt modelId="{23DD3708-E736-4C41-B06E-1DA02433CC1B}" type="parTrans" cxnId="{0BF9A041-7F76-4496-9217-F6081501F783}">
      <dgm:prSet/>
      <dgm:spPr/>
      <dgm:t>
        <a:bodyPr/>
        <a:lstStyle/>
        <a:p>
          <a:endParaRPr lang="en-US"/>
        </a:p>
      </dgm:t>
    </dgm:pt>
    <dgm:pt modelId="{56720B10-3E08-490C-97EF-373419998CF9}" type="sibTrans" cxnId="{0BF9A041-7F76-4496-9217-F6081501F783}">
      <dgm:prSet/>
      <dgm:spPr/>
      <dgm:t>
        <a:bodyPr/>
        <a:lstStyle/>
        <a:p>
          <a:endParaRPr lang="en-US"/>
        </a:p>
      </dgm:t>
    </dgm:pt>
    <dgm:pt modelId="{1FB10438-009F-4674-B403-08A2B7516C2A}">
      <dgm:prSet/>
      <dgm:spPr/>
      <dgm:t>
        <a:bodyPr/>
        <a:lstStyle/>
        <a:p>
          <a:r>
            <a:rPr lang="en-IE"/>
            <a:t>Highlights the class imbalance</a:t>
          </a:r>
          <a:endParaRPr lang="en-US"/>
        </a:p>
      </dgm:t>
    </dgm:pt>
    <dgm:pt modelId="{6377D7B1-EC98-4DF4-A352-5F012AA4E716}" type="parTrans" cxnId="{770FC59E-2954-49AC-9E0B-9C71F9DAB670}">
      <dgm:prSet/>
      <dgm:spPr/>
      <dgm:t>
        <a:bodyPr/>
        <a:lstStyle/>
        <a:p>
          <a:endParaRPr lang="en-US"/>
        </a:p>
      </dgm:t>
    </dgm:pt>
    <dgm:pt modelId="{128201EF-1B01-4C6D-AEEA-8BC91E8B38BD}" type="sibTrans" cxnId="{770FC59E-2954-49AC-9E0B-9C71F9DAB670}">
      <dgm:prSet/>
      <dgm:spPr/>
      <dgm:t>
        <a:bodyPr/>
        <a:lstStyle/>
        <a:p>
          <a:endParaRPr lang="en-US"/>
        </a:p>
      </dgm:t>
    </dgm:pt>
    <dgm:pt modelId="{40819073-A8C6-40BD-9096-047AD941E35D}" type="pres">
      <dgm:prSet presAssocID="{6408B9EC-A41F-4928-9CB8-CB32CD1B4FC0}" presName="linear" presStyleCnt="0">
        <dgm:presLayoutVars>
          <dgm:animLvl val="lvl"/>
          <dgm:resizeHandles val="exact"/>
        </dgm:presLayoutVars>
      </dgm:prSet>
      <dgm:spPr/>
    </dgm:pt>
    <dgm:pt modelId="{A63688E7-73B0-4838-8845-86ADC87D242D}" type="pres">
      <dgm:prSet presAssocID="{0A566128-3C01-4866-B3EB-0BBA56D84EF7}" presName="parentText" presStyleLbl="node1" presStyleIdx="0" presStyleCnt="4">
        <dgm:presLayoutVars>
          <dgm:chMax val="0"/>
          <dgm:bulletEnabled val="1"/>
        </dgm:presLayoutVars>
      </dgm:prSet>
      <dgm:spPr/>
    </dgm:pt>
    <dgm:pt modelId="{DA11C551-1F15-484A-8EE3-2D0C9C833D4B}" type="pres">
      <dgm:prSet presAssocID="{5BFFCEF0-E02B-4AD0-9956-3AEEBA491D53}" presName="spacer" presStyleCnt="0"/>
      <dgm:spPr/>
    </dgm:pt>
    <dgm:pt modelId="{3EC126A3-EF50-4DDD-977A-3207E9012772}" type="pres">
      <dgm:prSet presAssocID="{441670C1-5A93-4D34-B532-86FD44B232A6}" presName="parentText" presStyleLbl="node1" presStyleIdx="1" presStyleCnt="4">
        <dgm:presLayoutVars>
          <dgm:chMax val="0"/>
          <dgm:bulletEnabled val="1"/>
        </dgm:presLayoutVars>
      </dgm:prSet>
      <dgm:spPr/>
    </dgm:pt>
    <dgm:pt modelId="{14E7B6D1-F8D1-45F1-81D8-25E9106DEE59}" type="pres">
      <dgm:prSet presAssocID="{84EF6A4F-7B5C-4071-94D1-5D440F6DD7F8}" presName="spacer" presStyleCnt="0"/>
      <dgm:spPr/>
    </dgm:pt>
    <dgm:pt modelId="{3E9E94FD-13EA-467F-9A8A-08DB469C8891}" type="pres">
      <dgm:prSet presAssocID="{D947DAA9-2852-4915-A996-93D4AB3FC1F7}" presName="parentText" presStyleLbl="node1" presStyleIdx="2" presStyleCnt="4">
        <dgm:presLayoutVars>
          <dgm:chMax val="0"/>
          <dgm:bulletEnabled val="1"/>
        </dgm:presLayoutVars>
      </dgm:prSet>
      <dgm:spPr/>
    </dgm:pt>
    <dgm:pt modelId="{B95B6B12-9A99-4078-89CF-D2C194876A67}" type="pres">
      <dgm:prSet presAssocID="{56720B10-3E08-490C-97EF-373419998CF9}" presName="spacer" presStyleCnt="0"/>
      <dgm:spPr/>
    </dgm:pt>
    <dgm:pt modelId="{27BB5F57-E096-4818-93D3-279535AA72FA}" type="pres">
      <dgm:prSet presAssocID="{1FB10438-009F-4674-B403-08A2B7516C2A}" presName="parentText" presStyleLbl="node1" presStyleIdx="3" presStyleCnt="4">
        <dgm:presLayoutVars>
          <dgm:chMax val="0"/>
          <dgm:bulletEnabled val="1"/>
        </dgm:presLayoutVars>
      </dgm:prSet>
      <dgm:spPr/>
    </dgm:pt>
  </dgm:ptLst>
  <dgm:cxnLst>
    <dgm:cxn modelId="{61FBC501-82CB-4588-9BEF-80E2142ED949}" srcId="{6408B9EC-A41F-4928-9CB8-CB32CD1B4FC0}" destId="{0A566128-3C01-4866-B3EB-0BBA56D84EF7}" srcOrd="0" destOrd="0" parTransId="{5D984A85-2589-4078-9A46-43F63F5BD5C2}" sibTransId="{5BFFCEF0-E02B-4AD0-9956-3AEEBA491D53}"/>
    <dgm:cxn modelId="{21A81602-077F-4B7A-94B9-44BFF0EAC81A}" type="presOf" srcId="{6408B9EC-A41F-4928-9CB8-CB32CD1B4FC0}" destId="{40819073-A8C6-40BD-9096-047AD941E35D}" srcOrd="0" destOrd="0" presId="urn:microsoft.com/office/officeart/2005/8/layout/vList2"/>
    <dgm:cxn modelId="{F0A01319-CBD3-4E3C-8FA3-3DA750593557}" type="presOf" srcId="{1FB10438-009F-4674-B403-08A2B7516C2A}" destId="{27BB5F57-E096-4818-93D3-279535AA72FA}" srcOrd="0" destOrd="0" presId="urn:microsoft.com/office/officeart/2005/8/layout/vList2"/>
    <dgm:cxn modelId="{5F887019-8D83-42E7-A989-2168FC78349E}" type="presOf" srcId="{D947DAA9-2852-4915-A996-93D4AB3FC1F7}" destId="{3E9E94FD-13EA-467F-9A8A-08DB469C8891}" srcOrd="0" destOrd="0" presId="urn:microsoft.com/office/officeart/2005/8/layout/vList2"/>
    <dgm:cxn modelId="{88351220-0C9D-475A-A599-7252C53457A9}" type="presOf" srcId="{0A566128-3C01-4866-B3EB-0BBA56D84EF7}" destId="{A63688E7-73B0-4838-8845-86ADC87D242D}" srcOrd="0" destOrd="0" presId="urn:microsoft.com/office/officeart/2005/8/layout/vList2"/>
    <dgm:cxn modelId="{0BF9A041-7F76-4496-9217-F6081501F783}" srcId="{6408B9EC-A41F-4928-9CB8-CB32CD1B4FC0}" destId="{D947DAA9-2852-4915-A996-93D4AB3FC1F7}" srcOrd="2" destOrd="0" parTransId="{23DD3708-E736-4C41-B06E-1DA02433CC1B}" sibTransId="{56720B10-3E08-490C-97EF-373419998CF9}"/>
    <dgm:cxn modelId="{3449A469-A66B-4821-8DFF-A9602B635F53}" type="presOf" srcId="{441670C1-5A93-4D34-B532-86FD44B232A6}" destId="{3EC126A3-EF50-4DDD-977A-3207E9012772}" srcOrd="0" destOrd="0" presId="urn:microsoft.com/office/officeart/2005/8/layout/vList2"/>
    <dgm:cxn modelId="{2D5DD77A-A8F0-4882-9C6E-78DC178020CA}" srcId="{6408B9EC-A41F-4928-9CB8-CB32CD1B4FC0}" destId="{441670C1-5A93-4D34-B532-86FD44B232A6}" srcOrd="1" destOrd="0" parTransId="{294F859A-6AED-4DC2-9A6B-E901034F000D}" sibTransId="{84EF6A4F-7B5C-4071-94D1-5D440F6DD7F8}"/>
    <dgm:cxn modelId="{770FC59E-2954-49AC-9E0B-9C71F9DAB670}" srcId="{6408B9EC-A41F-4928-9CB8-CB32CD1B4FC0}" destId="{1FB10438-009F-4674-B403-08A2B7516C2A}" srcOrd="3" destOrd="0" parTransId="{6377D7B1-EC98-4DF4-A352-5F012AA4E716}" sibTransId="{128201EF-1B01-4C6D-AEEA-8BC91E8B38BD}"/>
    <dgm:cxn modelId="{2B5663CD-85D2-4341-A3F6-22013F7F7197}" type="presParOf" srcId="{40819073-A8C6-40BD-9096-047AD941E35D}" destId="{A63688E7-73B0-4838-8845-86ADC87D242D}" srcOrd="0" destOrd="0" presId="urn:microsoft.com/office/officeart/2005/8/layout/vList2"/>
    <dgm:cxn modelId="{F857765E-83B6-4ABF-BE17-2094C14D5107}" type="presParOf" srcId="{40819073-A8C6-40BD-9096-047AD941E35D}" destId="{DA11C551-1F15-484A-8EE3-2D0C9C833D4B}" srcOrd="1" destOrd="0" presId="urn:microsoft.com/office/officeart/2005/8/layout/vList2"/>
    <dgm:cxn modelId="{1CA8C0EE-7E72-4DE1-A8B7-F4C200CB91E8}" type="presParOf" srcId="{40819073-A8C6-40BD-9096-047AD941E35D}" destId="{3EC126A3-EF50-4DDD-977A-3207E9012772}" srcOrd="2" destOrd="0" presId="urn:microsoft.com/office/officeart/2005/8/layout/vList2"/>
    <dgm:cxn modelId="{EABB46B8-7F5A-4544-9082-E365CBC7C6C1}" type="presParOf" srcId="{40819073-A8C6-40BD-9096-047AD941E35D}" destId="{14E7B6D1-F8D1-45F1-81D8-25E9106DEE59}" srcOrd="3" destOrd="0" presId="urn:microsoft.com/office/officeart/2005/8/layout/vList2"/>
    <dgm:cxn modelId="{7D5627D6-08AD-4E66-B726-5872AE64FF2C}" type="presParOf" srcId="{40819073-A8C6-40BD-9096-047AD941E35D}" destId="{3E9E94FD-13EA-467F-9A8A-08DB469C8891}" srcOrd="4" destOrd="0" presId="urn:microsoft.com/office/officeart/2005/8/layout/vList2"/>
    <dgm:cxn modelId="{185FE34D-4EE5-42D9-AC3D-1B80EEC5E6EB}" type="presParOf" srcId="{40819073-A8C6-40BD-9096-047AD941E35D}" destId="{B95B6B12-9A99-4078-89CF-D2C194876A67}" srcOrd="5" destOrd="0" presId="urn:microsoft.com/office/officeart/2005/8/layout/vList2"/>
    <dgm:cxn modelId="{D478F86A-D873-4E33-95B9-61CB65731AFC}" type="presParOf" srcId="{40819073-A8C6-40BD-9096-047AD941E35D}" destId="{27BB5F57-E096-4818-93D3-279535AA72FA}" srcOrd="6"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8FD95C20-2E5F-4C2D-AA24-3B5543619B49}"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en-US"/>
        </a:p>
      </dgm:t>
    </dgm:pt>
    <dgm:pt modelId="{DD2D8BA4-FC06-4A56-8E8D-7CD024345ABF}">
      <dgm:prSet/>
      <dgm:spPr/>
      <dgm:t>
        <a:bodyPr/>
        <a:lstStyle/>
        <a:p>
          <a:r>
            <a:rPr lang="en-IE" b="1"/>
            <a:t>High Risk</a:t>
          </a:r>
          <a:endParaRPr lang="en-US"/>
        </a:p>
      </dgm:t>
    </dgm:pt>
    <dgm:pt modelId="{4E2AC422-7998-4A26-A4EB-5E18B6AC4700}" type="parTrans" cxnId="{82D14B8F-2548-47BE-BC72-B391DE8181B9}">
      <dgm:prSet/>
      <dgm:spPr/>
      <dgm:t>
        <a:bodyPr/>
        <a:lstStyle/>
        <a:p>
          <a:endParaRPr lang="en-US"/>
        </a:p>
      </dgm:t>
    </dgm:pt>
    <dgm:pt modelId="{08D2F3D1-CE86-4B00-8292-8F9D74400CDF}" type="sibTrans" cxnId="{82D14B8F-2548-47BE-BC72-B391DE8181B9}">
      <dgm:prSet/>
      <dgm:spPr/>
      <dgm:t>
        <a:bodyPr/>
        <a:lstStyle/>
        <a:p>
          <a:endParaRPr lang="en-US"/>
        </a:p>
      </dgm:t>
    </dgm:pt>
    <dgm:pt modelId="{9342DF0B-0B99-4964-9728-62CB3B7AF2F9}">
      <dgm:prSet/>
      <dgm:spPr/>
      <dgm:t>
        <a:bodyPr/>
        <a:lstStyle/>
        <a:p>
          <a:r>
            <a:rPr lang="en-IE"/>
            <a:t>Precision: 1.00</a:t>
          </a:r>
          <a:endParaRPr lang="en-US"/>
        </a:p>
      </dgm:t>
    </dgm:pt>
    <dgm:pt modelId="{F36DC0AA-33B6-4540-A218-A6AC9A551C4A}" type="parTrans" cxnId="{8A4AB290-5519-4CAC-9E94-DE8EE65E785C}">
      <dgm:prSet/>
      <dgm:spPr/>
      <dgm:t>
        <a:bodyPr/>
        <a:lstStyle/>
        <a:p>
          <a:endParaRPr lang="en-US"/>
        </a:p>
      </dgm:t>
    </dgm:pt>
    <dgm:pt modelId="{89CA9F38-78A0-4A1E-A96B-08C166F60CBB}" type="sibTrans" cxnId="{8A4AB290-5519-4CAC-9E94-DE8EE65E785C}">
      <dgm:prSet/>
      <dgm:spPr/>
      <dgm:t>
        <a:bodyPr/>
        <a:lstStyle/>
        <a:p>
          <a:endParaRPr lang="en-US"/>
        </a:p>
      </dgm:t>
    </dgm:pt>
    <dgm:pt modelId="{AA8C2884-BB24-4801-B783-E2FF1B844039}">
      <dgm:prSet/>
      <dgm:spPr/>
      <dgm:t>
        <a:bodyPr/>
        <a:lstStyle/>
        <a:p>
          <a:r>
            <a:rPr lang="en-IE"/>
            <a:t>Recall: 1.00</a:t>
          </a:r>
          <a:endParaRPr lang="en-US"/>
        </a:p>
      </dgm:t>
    </dgm:pt>
    <dgm:pt modelId="{BFBD1F2B-84F8-415E-AB2E-3716B2621591}" type="parTrans" cxnId="{768B7078-7A72-42A6-931F-FF467EDAB106}">
      <dgm:prSet/>
      <dgm:spPr/>
      <dgm:t>
        <a:bodyPr/>
        <a:lstStyle/>
        <a:p>
          <a:endParaRPr lang="en-US"/>
        </a:p>
      </dgm:t>
    </dgm:pt>
    <dgm:pt modelId="{402CCE5F-F4E3-4003-AB51-7247AB7EE245}" type="sibTrans" cxnId="{768B7078-7A72-42A6-931F-FF467EDAB106}">
      <dgm:prSet/>
      <dgm:spPr/>
      <dgm:t>
        <a:bodyPr/>
        <a:lstStyle/>
        <a:p>
          <a:endParaRPr lang="en-US"/>
        </a:p>
      </dgm:t>
    </dgm:pt>
    <dgm:pt modelId="{8B571373-D589-4F43-8DD0-6D2486399131}">
      <dgm:prSet/>
      <dgm:spPr/>
      <dgm:t>
        <a:bodyPr/>
        <a:lstStyle/>
        <a:p>
          <a:r>
            <a:rPr lang="en-IE" b="1"/>
            <a:t>Medium Risk</a:t>
          </a:r>
          <a:endParaRPr lang="en-US"/>
        </a:p>
      </dgm:t>
    </dgm:pt>
    <dgm:pt modelId="{000914A8-4095-4EBB-8674-CE7A6F46C221}" type="parTrans" cxnId="{EC529AC7-01A6-491C-A046-229AB3F354F1}">
      <dgm:prSet/>
      <dgm:spPr/>
      <dgm:t>
        <a:bodyPr/>
        <a:lstStyle/>
        <a:p>
          <a:endParaRPr lang="en-US"/>
        </a:p>
      </dgm:t>
    </dgm:pt>
    <dgm:pt modelId="{F8A25C62-BDAF-4B79-B4AB-03282704AC04}" type="sibTrans" cxnId="{EC529AC7-01A6-491C-A046-229AB3F354F1}">
      <dgm:prSet/>
      <dgm:spPr/>
      <dgm:t>
        <a:bodyPr/>
        <a:lstStyle/>
        <a:p>
          <a:endParaRPr lang="en-US"/>
        </a:p>
      </dgm:t>
    </dgm:pt>
    <dgm:pt modelId="{EE299971-1817-40D1-93FA-426158B05F4C}">
      <dgm:prSet/>
      <dgm:spPr/>
      <dgm:t>
        <a:bodyPr/>
        <a:lstStyle/>
        <a:p>
          <a:r>
            <a:rPr lang="en-IE"/>
            <a:t>Recall: 0.50</a:t>
          </a:r>
          <a:endParaRPr lang="en-US"/>
        </a:p>
      </dgm:t>
    </dgm:pt>
    <dgm:pt modelId="{349A5B15-4306-4DF8-BA09-8BE642C5D554}" type="parTrans" cxnId="{737FF02B-0A43-4FE5-9A1E-7F0220E3AF27}">
      <dgm:prSet/>
      <dgm:spPr/>
      <dgm:t>
        <a:bodyPr/>
        <a:lstStyle/>
        <a:p>
          <a:endParaRPr lang="en-US"/>
        </a:p>
      </dgm:t>
    </dgm:pt>
    <dgm:pt modelId="{7BB0BB38-9148-4625-8F57-43E7CABD4169}" type="sibTrans" cxnId="{737FF02B-0A43-4FE5-9A1E-7F0220E3AF27}">
      <dgm:prSet/>
      <dgm:spPr/>
      <dgm:t>
        <a:bodyPr/>
        <a:lstStyle/>
        <a:p>
          <a:endParaRPr lang="en-US"/>
        </a:p>
      </dgm:t>
    </dgm:pt>
    <dgm:pt modelId="{7E990EEF-46F2-417C-ABD4-AE37DE445B1A}">
      <dgm:prSet/>
      <dgm:spPr/>
      <dgm:t>
        <a:bodyPr/>
        <a:lstStyle/>
        <a:p>
          <a:r>
            <a:rPr lang="en-IE" b="1"/>
            <a:t>Low Risk</a:t>
          </a:r>
          <a:endParaRPr lang="en-US"/>
        </a:p>
      </dgm:t>
    </dgm:pt>
    <dgm:pt modelId="{152B675C-C040-43C7-BAC7-AB8BE0125A0D}" type="parTrans" cxnId="{02D97A6A-5104-4945-9647-475A2B2AAB48}">
      <dgm:prSet/>
      <dgm:spPr/>
      <dgm:t>
        <a:bodyPr/>
        <a:lstStyle/>
        <a:p>
          <a:endParaRPr lang="en-US"/>
        </a:p>
      </dgm:t>
    </dgm:pt>
    <dgm:pt modelId="{A3F5C7B7-D35F-46D6-B6B4-FC548C5397FA}" type="sibTrans" cxnId="{02D97A6A-5104-4945-9647-475A2B2AAB48}">
      <dgm:prSet/>
      <dgm:spPr/>
      <dgm:t>
        <a:bodyPr/>
        <a:lstStyle/>
        <a:p>
          <a:endParaRPr lang="en-US"/>
        </a:p>
      </dgm:t>
    </dgm:pt>
    <dgm:pt modelId="{B3C9BBDD-948C-40EF-922F-825203571200}">
      <dgm:prSet/>
      <dgm:spPr/>
      <dgm:t>
        <a:bodyPr/>
        <a:lstStyle/>
        <a:p>
          <a:r>
            <a:rPr lang="en-IE"/>
            <a:t>No evaluation possible</a:t>
          </a:r>
          <a:endParaRPr lang="en-US"/>
        </a:p>
      </dgm:t>
    </dgm:pt>
    <dgm:pt modelId="{B00330F1-C923-478E-9162-F36084946F2E}" type="parTrans" cxnId="{0F57E4A9-B79E-40CD-95EA-360D085C3437}">
      <dgm:prSet/>
      <dgm:spPr/>
      <dgm:t>
        <a:bodyPr/>
        <a:lstStyle/>
        <a:p>
          <a:endParaRPr lang="en-US"/>
        </a:p>
      </dgm:t>
    </dgm:pt>
    <dgm:pt modelId="{0708D88C-4D5D-4E7E-9A6C-4DB4DFE0ED23}" type="sibTrans" cxnId="{0F57E4A9-B79E-40CD-95EA-360D085C3437}">
      <dgm:prSet/>
      <dgm:spPr/>
      <dgm:t>
        <a:bodyPr/>
        <a:lstStyle/>
        <a:p>
          <a:endParaRPr lang="en-US"/>
        </a:p>
      </dgm:t>
    </dgm:pt>
    <dgm:pt modelId="{191AC1AA-7402-4534-9F96-343B5231A96D}" type="pres">
      <dgm:prSet presAssocID="{8FD95C20-2E5F-4C2D-AA24-3B5543619B49}" presName="linear" presStyleCnt="0">
        <dgm:presLayoutVars>
          <dgm:animLvl val="lvl"/>
          <dgm:resizeHandles val="exact"/>
        </dgm:presLayoutVars>
      </dgm:prSet>
      <dgm:spPr/>
    </dgm:pt>
    <dgm:pt modelId="{F748AF36-62B5-4D2A-BAA6-EA3A40B29754}" type="pres">
      <dgm:prSet presAssocID="{DD2D8BA4-FC06-4A56-8E8D-7CD024345ABF}" presName="parentText" presStyleLbl="node1" presStyleIdx="0" presStyleCnt="7">
        <dgm:presLayoutVars>
          <dgm:chMax val="0"/>
          <dgm:bulletEnabled val="1"/>
        </dgm:presLayoutVars>
      </dgm:prSet>
      <dgm:spPr/>
    </dgm:pt>
    <dgm:pt modelId="{F52E1E3F-E207-41E2-A9F5-1922D274C987}" type="pres">
      <dgm:prSet presAssocID="{08D2F3D1-CE86-4B00-8292-8F9D74400CDF}" presName="spacer" presStyleCnt="0"/>
      <dgm:spPr/>
    </dgm:pt>
    <dgm:pt modelId="{137C96B6-C55F-422A-8267-55AC5EC7C4BF}" type="pres">
      <dgm:prSet presAssocID="{9342DF0B-0B99-4964-9728-62CB3B7AF2F9}" presName="parentText" presStyleLbl="node1" presStyleIdx="1" presStyleCnt="7">
        <dgm:presLayoutVars>
          <dgm:chMax val="0"/>
          <dgm:bulletEnabled val="1"/>
        </dgm:presLayoutVars>
      </dgm:prSet>
      <dgm:spPr/>
    </dgm:pt>
    <dgm:pt modelId="{9B40B420-5788-4A3B-AA08-164A1953B586}" type="pres">
      <dgm:prSet presAssocID="{89CA9F38-78A0-4A1E-A96B-08C166F60CBB}" presName="spacer" presStyleCnt="0"/>
      <dgm:spPr/>
    </dgm:pt>
    <dgm:pt modelId="{D9F31DE1-F965-435C-AFD7-C0B78EEF41A9}" type="pres">
      <dgm:prSet presAssocID="{AA8C2884-BB24-4801-B783-E2FF1B844039}" presName="parentText" presStyleLbl="node1" presStyleIdx="2" presStyleCnt="7">
        <dgm:presLayoutVars>
          <dgm:chMax val="0"/>
          <dgm:bulletEnabled val="1"/>
        </dgm:presLayoutVars>
      </dgm:prSet>
      <dgm:spPr/>
    </dgm:pt>
    <dgm:pt modelId="{77278889-B859-4A9E-A502-DAD2E3BE1CCE}" type="pres">
      <dgm:prSet presAssocID="{402CCE5F-F4E3-4003-AB51-7247AB7EE245}" presName="spacer" presStyleCnt="0"/>
      <dgm:spPr/>
    </dgm:pt>
    <dgm:pt modelId="{DB4E628F-42A6-4EFE-ABC4-B0F743814B08}" type="pres">
      <dgm:prSet presAssocID="{8B571373-D589-4F43-8DD0-6D2486399131}" presName="parentText" presStyleLbl="node1" presStyleIdx="3" presStyleCnt="7">
        <dgm:presLayoutVars>
          <dgm:chMax val="0"/>
          <dgm:bulletEnabled val="1"/>
        </dgm:presLayoutVars>
      </dgm:prSet>
      <dgm:spPr/>
    </dgm:pt>
    <dgm:pt modelId="{50D46505-DF53-46FE-8172-541864AE3567}" type="pres">
      <dgm:prSet presAssocID="{F8A25C62-BDAF-4B79-B4AB-03282704AC04}" presName="spacer" presStyleCnt="0"/>
      <dgm:spPr/>
    </dgm:pt>
    <dgm:pt modelId="{63FB00BE-EFA3-4673-9059-D92E95DD071E}" type="pres">
      <dgm:prSet presAssocID="{EE299971-1817-40D1-93FA-426158B05F4C}" presName="parentText" presStyleLbl="node1" presStyleIdx="4" presStyleCnt="7">
        <dgm:presLayoutVars>
          <dgm:chMax val="0"/>
          <dgm:bulletEnabled val="1"/>
        </dgm:presLayoutVars>
      </dgm:prSet>
      <dgm:spPr/>
    </dgm:pt>
    <dgm:pt modelId="{E35163D0-E652-467A-897D-0D5F05EE703E}" type="pres">
      <dgm:prSet presAssocID="{7BB0BB38-9148-4625-8F57-43E7CABD4169}" presName="spacer" presStyleCnt="0"/>
      <dgm:spPr/>
    </dgm:pt>
    <dgm:pt modelId="{AADF8889-DA95-4A0A-BA93-CAE4B17ADFAB}" type="pres">
      <dgm:prSet presAssocID="{7E990EEF-46F2-417C-ABD4-AE37DE445B1A}" presName="parentText" presStyleLbl="node1" presStyleIdx="5" presStyleCnt="7">
        <dgm:presLayoutVars>
          <dgm:chMax val="0"/>
          <dgm:bulletEnabled val="1"/>
        </dgm:presLayoutVars>
      </dgm:prSet>
      <dgm:spPr/>
    </dgm:pt>
    <dgm:pt modelId="{022906B0-E21E-45D0-B502-8C02BE3A7E32}" type="pres">
      <dgm:prSet presAssocID="{A3F5C7B7-D35F-46D6-B6B4-FC548C5397FA}" presName="spacer" presStyleCnt="0"/>
      <dgm:spPr/>
    </dgm:pt>
    <dgm:pt modelId="{9925C513-4024-4E94-A0B3-83F5C293064A}" type="pres">
      <dgm:prSet presAssocID="{B3C9BBDD-948C-40EF-922F-825203571200}" presName="parentText" presStyleLbl="node1" presStyleIdx="6" presStyleCnt="7">
        <dgm:presLayoutVars>
          <dgm:chMax val="0"/>
          <dgm:bulletEnabled val="1"/>
        </dgm:presLayoutVars>
      </dgm:prSet>
      <dgm:spPr/>
    </dgm:pt>
  </dgm:ptLst>
  <dgm:cxnLst>
    <dgm:cxn modelId="{4AFF0E19-995F-4D36-BCEB-62DDF113BCEC}" type="presOf" srcId="{B3C9BBDD-948C-40EF-922F-825203571200}" destId="{9925C513-4024-4E94-A0B3-83F5C293064A}" srcOrd="0" destOrd="0" presId="urn:microsoft.com/office/officeart/2005/8/layout/vList2"/>
    <dgm:cxn modelId="{737FF02B-0A43-4FE5-9A1E-7F0220E3AF27}" srcId="{8FD95C20-2E5F-4C2D-AA24-3B5543619B49}" destId="{EE299971-1817-40D1-93FA-426158B05F4C}" srcOrd="4" destOrd="0" parTransId="{349A5B15-4306-4DF8-BA09-8BE642C5D554}" sibTransId="{7BB0BB38-9148-4625-8F57-43E7CABD4169}"/>
    <dgm:cxn modelId="{8A1C654A-8893-478E-A5E5-48CFADF4FD8F}" type="presOf" srcId="{8B571373-D589-4F43-8DD0-6D2486399131}" destId="{DB4E628F-42A6-4EFE-ABC4-B0F743814B08}" srcOrd="0" destOrd="0" presId="urn:microsoft.com/office/officeart/2005/8/layout/vList2"/>
    <dgm:cxn modelId="{02D97A6A-5104-4945-9647-475A2B2AAB48}" srcId="{8FD95C20-2E5F-4C2D-AA24-3B5543619B49}" destId="{7E990EEF-46F2-417C-ABD4-AE37DE445B1A}" srcOrd="5" destOrd="0" parTransId="{152B675C-C040-43C7-BAC7-AB8BE0125A0D}" sibTransId="{A3F5C7B7-D35F-46D6-B6B4-FC548C5397FA}"/>
    <dgm:cxn modelId="{3CDAE557-76B4-46D0-8CC6-09C90CFC0367}" type="presOf" srcId="{8FD95C20-2E5F-4C2D-AA24-3B5543619B49}" destId="{191AC1AA-7402-4534-9F96-343B5231A96D}" srcOrd="0" destOrd="0" presId="urn:microsoft.com/office/officeart/2005/8/layout/vList2"/>
    <dgm:cxn modelId="{768B7078-7A72-42A6-931F-FF467EDAB106}" srcId="{8FD95C20-2E5F-4C2D-AA24-3B5543619B49}" destId="{AA8C2884-BB24-4801-B783-E2FF1B844039}" srcOrd="2" destOrd="0" parTransId="{BFBD1F2B-84F8-415E-AB2E-3716B2621591}" sibTransId="{402CCE5F-F4E3-4003-AB51-7247AB7EE245}"/>
    <dgm:cxn modelId="{82D14B8F-2548-47BE-BC72-B391DE8181B9}" srcId="{8FD95C20-2E5F-4C2D-AA24-3B5543619B49}" destId="{DD2D8BA4-FC06-4A56-8E8D-7CD024345ABF}" srcOrd="0" destOrd="0" parTransId="{4E2AC422-7998-4A26-A4EB-5E18B6AC4700}" sibTransId="{08D2F3D1-CE86-4B00-8292-8F9D74400CDF}"/>
    <dgm:cxn modelId="{8A4AB290-5519-4CAC-9E94-DE8EE65E785C}" srcId="{8FD95C20-2E5F-4C2D-AA24-3B5543619B49}" destId="{9342DF0B-0B99-4964-9728-62CB3B7AF2F9}" srcOrd="1" destOrd="0" parTransId="{F36DC0AA-33B6-4540-A218-A6AC9A551C4A}" sibTransId="{89CA9F38-78A0-4A1E-A96B-08C166F60CBB}"/>
    <dgm:cxn modelId="{B340A994-7EF0-4E55-B21A-C28B73D5B471}" type="presOf" srcId="{9342DF0B-0B99-4964-9728-62CB3B7AF2F9}" destId="{137C96B6-C55F-422A-8267-55AC5EC7C4BF}" srcOrd="0" destOrd="0" presId="urn:microsoft.com/office/officeart/2005/8/layout/vList2"/>
    <dgm:cxn modelId="{BB3E49A0-58FD-4818-BDF5-A1BB9A9A46D7}" type="presOf" srcId="{EE299971-1817-40D1-93FA-426158B05F4C}" destId="{63FB00BE-EFA3-4673-9059-D92E95DD071E}" srcOrd="0" destOrd="0" presId="urn:microsoft.com/office/officeart/2005/8/layout/vList2"/>
    <dgm:cxn modelId="{29E6C6A3-7D10-433A-A5B4-724AAC2442C9}" type="presOf" srcId="{7E990EEF-46F2-417C-ABD4-AE37DE445B1A}" destId="{AADF8889-DA95-4A0A-BA93-CAE4B17ADFAB}" srcOrd="0" destOrd="0" presId="urn:microsoft.com/office/officeart/2005/8/layout/vList2"/>
    <dgm:cxn modelId="{0F57E4A9-B79E-40CD-95EA-360D085C3437}" srcId="{8FD95C20-2E5F-4C2D-AA24-3B5543619B49}" destId="{B3C9BBDD-948C-40EF-922F-825203571200}" srcOrd="6" destOrd="0" parTransId="{B00330F1-C923-478E-9162-F36084946F2E}" sibTransId="{0708D88C-4D5D-4E7E-9A6C-4DB4DFE0ED23}"/>
    <dgm:cxn modelId="{EC529AC7-01A6-491C-A046-229AB3F354F1}" srcId="{8FD95C20-2E5F-4C2D-AA24-3B5543619B49}" destId="{8B571373-D589-4F43-8DD0-6D2486399131}" srcOrd="3" destOrd="0" parTransId="{000914A8-4095-4EBB-8674-CE7A6F46C221}" sibTransId="{F8A25C62-BDAF-4B79-B4AB-03282704AC04}"/>
    <dgm:cxn modelId="{400A3FF2-4F85-430C-9034-4D773501ADBF}" type="presOf" srcId="{AA8C2884-BB24-4801-B783-E2FF1B844039}" destId="{D9F31DE1-F965-435C-AFD7-C0B78EEF41A9}" srcOrd="0" destOrd="0" presId="urn:microsoft.com/office/officeart/2005/8/layout/vList2"/>
    <dgm:cxn modelId="{3A4063FE-1AC8-40E4-BFFD-DB317F2DF650}" type="presOf" srcId="{DD2D8BA4-FC06-4A56-8E8D-7CD024345ABF}" destId="{F748AF36-62B5-4D2A-BAA6-EA3A40B29754}" srcOrd="0" destOrd="0" presId="urn:microsoft.com/office/officeart/2005/8/layout/vList2"/>
    <dgm:cxn modelId="{F321E7E2-F58B-4C48-A46F-7B6350EC8F34}" type="presParOf" srcId="{191AC1AA-7402-4534-9F96-343B5231A96D}" destId="{F748AF36-62B5-4D2A-BAA6-EA3A40B29754}" srcOrd="0" destOrd="0" presId="urn:microsoft.com/office/officeart/2005/8/layout/vList2"/>
    <dgm:cxn modelId="{7B46E2AF-C661-48BC-A1CA-6D2CC8515EED}" type="presParOf" srcId="{191AC1AA-7402-4534-9F96-343B5231A96D}" destId="{F52E1E3F-E207-41E2-A9F5-1922D274C987}" srcOrd="1" destOrd="0" presId="urn:microsoft.com/office/officeart/2005/8/layout/vList2"/>
    <dgm:cxn modelId="{B121C5E4-CD4B-4391-B550-710359CC471F}" type="presParOf" srcId="{191AC1AA-7402-4534-9F96-343B5231A96D}" destId="{137C96B6-C55F-422A-8267-55AC5EC7C4BF}" srcOrd="2" destOrd="0" presId="urn:microsoft.com/office/officeart/2005/8/layout/vList2"/>
    <dgm:cxn modelId="{592A620D-9575-48C0-80B4-2ECADCA1A028}" type="presParOf" srcId="{191AC1AA-7402-4534-9F96-343B5231A96D}" destId="{9B40B420-5788-4A3B-AA08-164A1953B586}" srcOrd="3" destOrd="0" presId="urn:microsoft.com/office/officeart/2005/8/layout/vList2"/>
    <dgm:cxn modelId="{0410A51E-D1ED-4DF1-A223-6433758219E0}" type="presParOf" srcId="{191AC1AA-7402-4534-9F96-343B5231A96D}" destId="{D9F31DE1-F965-435C-AFD7-C0B78EEF41A9}" srcOrd="4" destOrd="0" presId="urn:microsoft.com/office/officeart/2005/8/layout/vList2"/>
    <dgm:cxn modelId="{2BA21820-FAE5-446F-AD9A-ACFCC1CCE664}" type="presParOf" srcId="{191AC1AA-7402-4534-9F96-343B5231A96D}" destId="{77278889-B859-4A9E-A502-DAD2E3BE1CCE}" srcOrd="5" destOrd="0" presId="urn:microsoft.com/office/officeart/2005/8/layout/vList2"/>
    <dgm:cxn modelId="{66184BB7-3A20-4443-8E21-777D21CC160C}" type="presParOf" srcId="{191AC1AA-7402-4534-9F96-343B5231A96D}" destId="{DB4E628F-42A6-4EFE-ABC4-B0F743814B08}" srcOrd="6" destOrd="0" presId="urn:microsoft.com/office/officeart/2005/8/layout/vList2"/>
    <dgm:cxn modelId="{F520C49E-5338-4905-9DC6-EABED260CDFC}" type="presParOf" srcId="{191AC1AA-7402-4534-9F96-343B5231A96D}" destId="{50D46505-DF53-46FE-8172-541864AE3567}" srcOrd="7" destOrd="0" presId="urn:microsoft.com/office/officeart/2005/8/layout/vList2"/>
    <dgm:cxn modelId="{882EC5B5-76F9-488B-AE7F-D0281638B020}" type="presParOf" srcId="{191AC1AA-7402-4534-9F96-343B5231A96D}" destId="{63FB00BE-EFA3-4673-9059-D92E95DD071E}" srcOrd="8" destOrd="0" presId="urn:microsoft.com/office/officeart/2005/8/layout/vList2"/>
    <dgm:cxn modelId="{5AECE253-2E52-4F58-9549-972433536CAB}" type="presParOf" srcId="{191AC1AA-7402-4534-9F96-343B5231A96D}" destId="{E35163D0-E652-467A-897D-0D5F05EE703E}" srcOrd="9" destOrd="0" presId="urn:microsoft.com/office/officeart/2005/8/layout/vList2"/>
    <dgm:cxn modelId="{CDC5C830-2071-4CEF-8386-BA3AC71AA7F1}" type="presParOf" srcId="{191AC1AA-7402-4534-9F96-343B5231A96D}" destId="{AADF8889-DA95-4A0A-BA93-CAE4B17ADFAB}" srcOrd="10" destOrd="0" presId="urn:microsoft.com/office/officeart/2005/8/layout/vList2"/>
    <dgm:cxn modelId="{88EAF3AE-3CD0-4C3A-BD40-EC5623A64A44}" type="presParOf" srcId="{191AC1AA-7402-4534-9F96-343B5231A96D}" destId="{022906B0-E21E-45D0-B502-8C02BE3A7E32}" srcOrd="11" destOrd="0" presId="urn:microsoft.com/office/officeart/2005/8/layout/vList2"/>
    <dgm:cxn modelId="{03BC3163-7C5E-4EF9-955B-B7E4688C417A}" type="presParOf" srcId="{191AC1AA-7402-4534-9F96-343B5231A96D}" destId="{9925C513-4024-4E94-A0B3-83F5C293064A}" srcOrd="12" destOrd="0" presId="urn:microsoft.com/office/officeart/2005/8/layout/vList2"/>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49AAA1D6-63AE-4230-8740-BC47551BABC4}"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96949BE9-B8AD-46AB-AAC9-48E30F13C199}">
      <dgm:prSet/>
      <dgm:spPr/>
      <dgm:t>
        <a:bodyPr/>
        <a:lstStyle/>
        <a:p>
          <a:r>
            <a:rPr lang="en-IE" b="1"/>
            <a:t>Most influential features:</a:t>
          </a:r>
          <a:endParaRPr lang="en-US"/>
        </a:p>
      </dgm:t>
    </dgm:pt>
    <dgm:pt modelId="{9888357A-0C15-43CC-8962-70F3E3B62723}" type="parTrans" cxnId="{BD619748-720E-4FE0-A9CA-1495EEEFC138}">
      <dgm:prSet/>
      <dgm:spPr/>
      <dgm:t>
        <a:bodyPr/>
        <a:lstStyle/>
        <a:p>
          <a:endParaRPr lang="en-US"/>
        </a:p>
      </dgm:t>
    </dgm:pt>
    <dgm:pt modelId="{92FFDD4F-EFB5-4D29-8F63-24D054A7DC83}" type="sibTrans" cxnId="{BD619748-720E-4FE0-A9CA-1495EEEFC138}">
      <dgm:prSet/>
      <dgm:spPr/>
      <dgm:t>
        <a:bodyPr/>
        <a:lstStyle/>
        <a:p>
          <a:endParaRPr lang="en-US"/>
        </a:p>
      </dgm:t>
    </dgm:pt>
    <dgm:pt modelId="{32D03139-626C-4377-9792-4603510F9895}">
      <dgm:prSet/>
      <dgm:spPr/>
      <dgm:t>
        <a:bodyPr/>
        <a:lstStyle/>
        <a:p>
          <a:r>
            <a:rPr lang="en-IE"/>
            <a:t>Temperature</a:t>
          </a:r>
          <a:endParaRPr lang="en-US"/>
        </a:p>
      </dgm:t>
    </dgm:pt>
    <dgm:pt modelId="{402DAB60-60A3-4BA0-A8E4-FD1C6F5C19FC}" type="parTrans" cxnId="{1FBCE116-A2AF-441F-AB49-481863498A01}">
      <dgm:prSet/>
      <dgm:spPr/>
      <dgm:t>
        <a:bodyPr/>
        <a:lstStyle/>
        <a:p>
          <a:endParaRPr lang="en-US"/>
        </a:p>
      </dgm:t>
    </dgm:pt>
    <dgm:pt modelId="{97EB28EB-3A22-4864-894C-A7941604C6E3}" type="sibTrans" cxnId="{1FBCE116-A2AF-441F-AB49-481863498A01}">
      <dgm:prSet/>
      <dgm:spPr/>
      <dgm:t>
        <a:bodyPr/>
        <a:lstStyle/>
        <a:p>
          <a:endParaRPr lang="en-US"/>
        </a:p>
      </dgm:t>
    </dgm:pt>
    <dgm:pt modelId="{F17DC388-B698-44F7-B179-A67E296350B1}">
      <dgm:prSet/>
      <dgm:spPr/>
      <dgm:t>
        <a:bodyPr/>
        <a:lstStyle/>
        <a:p>
          <a:r>
            <a:rPr lang="en-IE"/>
            <a:t>Blood Oxygen</a:t>
          </a:r>
          <a:endParaRPr lang="en-US"/>
        </a:p>
      </dgm:t>
    </dgm:pt>
    <dgm:pt modelId="{9BCAE67A-AF90-4389-86C2-9FF688C570B9}" type="parTrans" cxnId="{06484965-3044-4C00-A83A-BFF55AFD5DDB}">
      <dgm:prSet/>
      <dgm:spPr/>
      <dgm:t>
        <a:bodyPr/>
        <a:lstStyle/>
        <a:p>
          <a:endParaRPr lang="en-US"/>
        </a:p>
      </dgm:t>
    </dgm:pt>
    <dgm:pt modelId="{E62F3A14-E1A0-4AB8-B933-3914F95B8394}" type="sibTrans" cxnId="{06484965-3044-4C00-A83A-BFF55AFD5DDB}">
      <dgm:prSet/>
      <dgm:spPr/>
      <dgm:t>
        <a:bodyPr/>
        <a:lstStyle/>
        <a:p>
          <a:endParaRPr lang="en-US"/>
        </a:p>
      </dgm:t>
    </dgm:pt>
    <dgm:pt modelId="{3A87EE67-FF34-4C9F-8EFA-45071C561357}">
      <dgm:prSet/>
      <dgm:spPr/>
      <dgm:t>
        <a:bodyPr/>
        <a:lstStyle/>
        <a:p>
          <a:r>
            <a:rPr lang="en-IE"/>
            <a:t>Heart Rate</a:t>
          </a:r>
          <a:endParaRPr lang="en-US"/>
        </a:p>
      </dgm:t>
    </dgm:pt>
    <dgm:pt modelId="{D9A477F3-3FDB-429C-A3A5-A2978BC2A177}" type="parTrans" cxnId="{87F2348D-739F-4683-9724-F75F3B824C2D}">
      <dgm:prSet/>
      <dgm:spPr/>
      <dgm:t>
        <a:bodyPr/>
        <a:lstStyle/>
        <a:p>
          <a:endParaRPr lang="en-US"/>
        </a:p>
      </dgm:t>
    </dgm:pt>
    <dgm:pt modelId="{75CA78BD-0F26-40E4-9FFC-7D48FF5B8907}" type="sibTrans" cxnId="{87F2348D-739F-4683-9724-F75F3B824C2D}">
      <dgm:prSet/>
      <dgm:spPr/>
      <dgm:t>
        <a:bodyPr/>
        <a:lstStyle/>
        <a:p>
          <a:endParaRPr lang="en-US"/>
        </a:p>
      </dgm:t>
    </dgm:pt>
    <dgm:pt modelId="{F7692A86-08CF-4C5D-A748-C809CBC26E4D}">
      <dgm:prSet/>
      <dgm:spPr/>
      <dgm:t>
        <a:bodyPr/>
        <a:lstStyle/>
        <a:p>
          <a:r>
            <a:rPr lang="en-IE" b="1"/>
            <a:t>Less important:</a:t>
          </a:r>
          <a:endParaRPr lang="en-US"/>
        </a:p>
      </dgm:t>
    </dgm:pt>
    <dgm:pt modelId="{5B15E6A1-63F5-4A0B-9F40-64157664D1C4}" type="parTrans" cxnId="{D7C15E27-0ED7-4161-94EC-99ACA07F99A5}">
      <dgm:prSet/>
      <dgm:spPr/>
      <dgm:t>
        <a:bodyPr/>
        <a:lstStyle/>
        <a:p>
          <a:endParaRPr lang="en-US"/>
        </a:p>
      </dgm:t>
    </dgm:pt>
    <dgm:pt modelId="{6E0078F0-C775-4322-954E-4234AE965D58}" type="sibTrans" cxnId="{D7C15E27-0ED7-4161-94EC-99ACA07F99A5}">
      <dgm:prSet/>
      <dgm:spPr/>
      <dgm:t>
        <a:bodyPr/>
        <a:lstStyle/>
        <a:p>
          <a:endParaRPr lang="en-US"/>
        </a:p>
      </dgm:t>
    </dgm:pt>
    <dgm:pt modelId="{E2E92C1C-3F12-4183-A4E8-16A9C8E78C51}">
      <dgm:prSet/>
      <dgm:spPr/>
      <dgm:t>
        <a:bodyPr/>
        <a:lstStyle/>
        <a:p>
          <a:r>
            <a:rPr lang="en-IE"/>
            <a:t>Symptoms</a:t>
          </a:r>
          <a:endParaRPr lang="en-US"/>
        </a:p>
      </dgm:t>
    </dgm:pt>
    <dgm:pt modelId="{EBD74936-5C1D-4ECD-8C40-6B0E97DE23EA}" type="parTrans" cxnId="{AD392A54-F696-448C-B292-D5363B53C9B6}">
      <dgm:prSet/>
      <dgm:spPr/>
      <dgm:t>
        <a:bodyPr/>
        <a:lstStyle/>
        <a:p>
          <a:endParaRPr lang="en-US"/>
        </a:p>
      </dgm:t>
    </dgm:pt>
    <dgm:pt modelId="{CC15ADD7-58DC-4D79-A297-72A884B7A6A0}" type="sibTrans" cxnId="{AD392A54-F696-448C-B292-D5363B53C9B6}">
      <dgm:prSet/>
      <dgm:spPr/>
      <dgm:t>
        <a:bodyPr/>
        <a:lstStyle/>
        <a:p>
          <a:endParaRPr lang="en-US"/>
        </a:p>
      </dgm:t>
    </dgm:pt>
    <dgm:pt modelId="{6520D7C5-2193-4E71-B05F-F598F9169017}" type="pres">
      <dgm:prSet presAssocID="{49AAA1D6-63AE-4230-8740-BC47551BABC4}" presName="linear" presStyleCnt="0">
        <dgm:presLayoutVars>
          <dgm:animLvl val="lvl"/>
          <dgm:resizeHandles val="exact"/>
        </dgm:presLayoutVars>
      </dgm:prSet>
      <dgm:spPr/>
    </dgm:pt>
    <dgm:pt modelId="{F0F52C2C-8915-4316-AE49-F5F6D7EAFB86}" type="pres">
      <dgm:prSet presAssocID="{96949BE9-B8AD-46AB-AAC9-48E30F13C199}" presName="parentText" presStyleLbl="node1" presStyleIdx="0" presStyleCnt="6">
        <dgm:presLayoutVars>
          <dgm:chMax val="0"/>
          <dgm:bulletEnabled val="1"/>
        </dgm:presLayoutVars>
      </dgm:prSet>
      <dgm:spPr/>
    </dgm:pt>
    <dgm:pt modelId="{B63CFD01-8805-4A4F-9F04-D21A2D311950}" type="pres">
      <dgm:prSet presAssocID="{92FFDD4F-EFB5-4D29-8F63-24D054A7DC83}" presName="spacer" presStyleCnt="0"/>
      <dgm:spPr/>
    </dgm:pt>
    <dgm:pt modelId="{46C7D41A-A75B-445E-AA5B-057FCC41C95E}" type="pres">
      <dgm:prSet presAssocID="{32D03139-626C-4377-9792-4603510F9895}" presName="parentText" presStyleLbl="node1" presStyleIdx="1" presStyleCnt="6">
        <dgm:presLayoutVars>
          <dgm:chMax val="0"/>
          <dgm:bulletEnabled val="1"/>
        </dgm:presLayoutVars>
      </dgm:prSet>
      <dgm:spPr/>
    </dgm:pt>
    <dgm:pt modelId="{1FB779C9-CC78-40ED-9F70-1AEE6BBA0765}" type="pres">
      <dgm:prSet presAssocID="{97EB28EB-3A22-4864-894C-A7941604C6E3}" presName="spacer" presStyleCnt="0"/>
      <dgm:spPr/>
    </dgm:pt>
    <dgm:pt modelId="{1C4EBA8E-6EA8-4135-AC2A-3BCB9F6B6C3A}" type="pres">
      <dgm:prSet presAssocID="{F17DC388-B698-44F7-B179-A67E296350B1}" presName="parentText" presStyleLbl="node1" presStyleIdx="2" presStyleCnt="6">
        <dgm:presLayoutVars>
          <dgm:chMax val="0"/>
          <dgm:bulletEnabled val="1"/>
        </dgm:presLayoutVars>
      </dgm:prSet>
      <dgm:spPr/>
    </dgm:pt>
    <dgm:pt modelId="{FDD8172D-A7FD-4BA1-A8F0-EE357E599045}" type="pres">
      <dgm:prSet presAssocID="{E62F3A14-E1A0-4AB8-B933-3914F95B8394}" presName="spacer" presStyleCnt="0"/>
      <dgm:spPr/>
    </dgm:pt>
    <dgm:pt modelId="{20F28315-7E59-4BFE-A25A-F8A54899E742}" type="pres">
      <dgm:prSet presAssocID="{3A87EE67-FF34-4C9F-8EFA-45071C561357}" presName="parentText" presStyleLbl="node1" presStyleIdx="3" presStyleCnt="6">
        <dgm:presLayoutVars>
          <dgm:chMax val="0"/>
          <dgm:bulletEnabled val="1"/>
        </dgm:presLayoutVars>
      </dgm:prSet>
      <dgm:spPr/>
    </dgm:pt>
    <dgm:pt modelId="{AD407AFA-8B63-491F-A421-834CEF1DAFA5}" type="pres">
      <dgm:prSet presAssocID="{75CA78BD-0F26-40E4-9FFC-7D48FF5B8907}" presName="spacer" presStyleCnt="0"/>
      <dgm:spPr/>
    </dgm:pt>
    <dgm:pt modelId="{8E2063AD-AE73-4000-AEC5-B4E8DCD4609E}" type="pres">
      <dgm:prSet presAssocID="{F7692A86-08CF-4C5D-A748-C809CBC26E4D}" presName="parentText" presStyleLbl="node1" presStyleIdx="4" presStyleCnt="6">
        <dgm:presLayoutVars>
          <dgm:chMax val="0"/>
          <dgm:bulletEnabled val="1"/>
        </dgm:presLayoutVars>
      </dgm:prSet>
      <dgm:spPr/>
    </dgm:pt>
    <dgm:pt modelId="{2742EFB7-BB26-4BD5-A0FA-0230A7761656}" type="pres">
      <dgm:prSet presAssocID="{6E0078F0-C775-4322-954E-4234AE965D58}" presName="spacer" presStyleCnt="0"/>
      <dgm:spPr/>
    </dgm:pt>
    <dgm:pt modelId="{CB6287AA-1A28-4790-8605-26B74FCB78D1}" type="pres">
      <dgm:prSet presAssocID="{E2E92C1C-3F12-4183-A4E8-16A9C8E78C51}" presName="parentText" presStyleLbl="node1" presStyleIdx="5" presStyleCnt="6">
        <dgm:presLayoutVars>
          <dgm:chMax val="0"/>
          <dgm:bulletEnabled val="1"/>
        </dgm:presLayoutVars>
      </dgm:prSet>
      <dgm:spPr/>
    </dgm:pt>
  </dgm:ptLst>
  <dgm:cxnLst>
    <dgm:cxn modelId="{8D39FA07-A95E-466B-90ED-32794FA0D47B}" type="presOf" srcId="{32D03139-626C-4377-9792-4603510F9895}" destId="{46C7D41A-A75B-445E-AA5B-057FCC41C95E}" srcOrd="0" destOrd="0" presId="urn:microsoft.com/office/officeart/2005/8/layout/vList2"/>
    <dgm:cxn modelId="{1FBCE116-A2AF-441F-AB49-481863498A01}" srcId="{49AAA1D6-63AE-4230-8740-BC47551BABC4}" destId="{32D03139-626C-4377-9792-4603510F9895}" srcOrd="1" destOrd="0" parTransId="{402DAB60-60A3-4BA0-A8E4-FD1C6F5C19FC}" sibTransId="{97EB28EB-3A22-4864-894C-A7941604C6E3}"/>
    <dgm:cxn modelId="{D7C15E27-0ED7-4161-94EC-99ACA07F99A5}" srcId="{49AAA1D6-63AE-4230-8740-BC47551BABC4}" destId="{F7692A86-08CF-4C5D-A748-C809CBC26E4D}" srcOrd="4" destOrd="0" parTransId="{5B15E6A1-63F5-4A0B-9F40-64157664D1C4}" sibTransId="{6E0078F0-C775-4322-954E-4234AE965D58}"/>
    <dgm:cxn modelId="{166AB440-CFF9-4F5C-A3E2-DEA15271A547}" type="presOf" srcId="{49AAA1D6-63AE-4230-8740-BC47551BABC4}" destId="{6520D7C5-2193-4E71-B05F-F598F9169017}" srcOrd="0" destOrd="0" presId="urn:microsoft.com/office/officeart/2005/8/layout/vList2"/>
    <dgm:cxn modelId="{14967943-4BA2-4415-B4C3-486491EC53C6}" type="presOf" srcId="{E2E92C1C-3F12-4183-A4E8-16A9C8E78C51}" destId="{CB6287AA-1A28-4790-8605-26B74FCB78D1}" srcOrd="0" destOrd="0" presId="urn:microsoft.com/office/officeart/2005/8/layout/vList2"/>
    <dgm:cxn modelId="{06484965-3044-4C00-A83A-BFF55AFD5DDB}" srcId="{49AAA1D6-63AE-4230-8740-BC47551BABC4}" destId="{F17DC388-B698-44F7-B179-A67E296350B1}" srcOrd="2" destOrd="0" parTransId="{9BCAE67A-AF90-4389-86C2-9FF688C570B9}" sibTransId="{E62F3A14-E1A0-4AB8-B933-3914F95B8394}"/>
    <dgm:cxn modelId="{BD619748-720E-4FE0-A9CA-1495EEEFC138}" srcId="{49AAA1D6-63AE-4230-8740-BC47551BABC4}" destId="{96949BE9-B8AD-46AB-AAC9-48E30F13C199}" srcOrd="0" destOrd="0" parTransId="{9888357A-0C15-43CC-8962-70F3E3B62723}" sibTransId="{92FFDD4F-EFB5-4D29-8F63-24D054A7DC83}"/>
    <dgm:cxn modelId="{F4BC9D50-C834-4160-A2FC-11503491CEDA}" type="presOf" srcId="{F17DC388-B698-44F7-B179-A67E296350B1}" destId="{1C4EBA8E-6EA8-4135-AC2A-3BCB9F6B6C3A}" srcOrd="0" destOrd="0" presId="urn:microsoft.com/office/officeart/2005/8/layout/vList2"/>
    <dgm:cxn modelId="{AD392A54-F696-448C-B292-D5363B53C9B6}" srcId="{49AAA1D6-63AE-4230-8740-BC47551BABC4}" destId="{E2E92C1C-3F12-4183-A4E8-16A9C8E78C51}" srcOrd="5" destOrd="0" parTransId="{EBD74936-5C1D-4ECD-8C40-6B0E97DE23EA}" sibTransId="{CC15ADD7-58DC-4D79-A297-72A884B7A6A0}"/>
    <dgm:cxn modelId="{87F2348D-739F-4683-9724-F75F3B824C2D}" srcId="{49AAA1D6-63AE-4230-8740-BC47551BABC4}" destId="{3A87EE67-FF34-4C9F-8EFA-45071C561357}" srcOrd="3" destOrd="0" parTransId="{D9A477F3-3FDB-429C-A3A5-A2978BC2A177}" sibTransId="{75CA78BD-0F26-40E4-9FFC-7D48FF5B8907}"/>
    <dgm:cxn modelId="{71040EB1-0B53-430C-8A55-BF1DA13C4587}" type="presOf" srcId="{3A87EE67-FF34-4C9F-8EFA-45071C561357}" destId="{20F28315-7E59-4BFE-A25A-F8A54899E742}" srcOrd="0" destOrd="0" presId="urn:microsoft.com/office/officeart/2005/8/layout/vList2"/>
    <dgm:cxn modelId="{BE07E5CF-02E3-40BA-A55F-78370D72C7C1}" type="presOf" srcId="{F7692A86-08CF-4C5D-A748-C809CBC26E4D}" destId="{8E2063AD-AE73-4000-AEC5-B4E8DCD4609E}" srcOrd="0" destOrd="0" presId="urn:microsoft.com/office/officeart/2005/8/layout/vList2"/>
    <dgm:cxn modelId="{A4176DF9-660C-4288-B9A0-1B6D5254FFD1}" type="presOf" srcId="{96949BE9-B8AD-46AB-AAC9-48E30F13C199}" destId="{F0F52C2C-8915-4316-AE49-F5F6D7EAFB86}" srcOrd="0" destOrd="0" presId="urn:microsoft.com/office/officeart/2005/8/layout/vList2"/>
    <dgm:cxn modelId="{39E39073-5942-4217-AE59-5396CF28754E}" type="presParOf" srcId="{6520D7C5-2193-4E71-B05F-F598F9169017}" destId="{F0F52C2C-8915-4316-AE49-F5F6D7EAFB86}" srcOrd="0" destOrd="0" presId="urn:microsoft.com/office/officeart/2005/8/layout/vList2"/>
    <dgm:cxn modelId="{3A25A90D-0BF9-452D-B173-A0B2A9A3969E}" type="presParOf" srcId="{6520D7C5-2193-4E71-B05F-F598F9169017}" destId="{B63CFD01-8805-4A4F-9F04-D21A2D311950}" srcOrd="1" destOrd="0" presId="urn:microsoft.com/office/officeart/2005/8/layout/vList2"/>
    <dgm:cxn modelId="{9C760287-8BCF-4A84-AFF9-6EBDD667E0EF}" type="presParOf" srcId="{6520D7C5-2193-4E71-B05F-F598F9169017}" destId="{46C7D41A-A75B-445E-AA5B-057FCC41C95E}" srcOrd="2" destOrd="0" presId="urn:microsoft.com/office/officeart/2005/8/layout/vList2"/>
    <dgm:cxn modelId="{C047669C-0F48-4D03-81E7-6F743AEB9737}" type="presParOf" srcId="{6520D7C5-2193-4E71-B05F-F598F9169017}" destId="{1FB779C9-CC78-40ED-9F70-1AEE6BBA0765}" srcOrd="3" destOrd="0" presId="urn:microsoft.com/office/officeart/2005/8/layout/vList2"/>
    <dgm:cxn modelId="{EA074982-AB2F-478B-83C4-8B0567F90D7F}" type="presParOf" srcId="{6520D7C5-2193-4E71-B05F-F598F9169017}" destId="{1C4EBA8E-6EA8-4135-AC2A-3BCB9F6B6C3A}" srcOrd="4" destOrd="0" presId="urn:microsoft.com/office/officeart/2005/8/layout/vList2"/>
    <dgm:cxn modelId="{F0A08CA8-8041-4D7E-A104-AF86E53543B2}" type="presParOf" srcId="{6520D7C5-2193-4E71-B05F-F598F9169017}" destId="{FDD8172D-A7FD-4BA1-A8F0-EE357E599045}" srcOrd="5" destOrd="0" presId="urn:microsoft.com/office/officeart/2005/8/layout/vList2"/>
    <dgm:cxn modelId="{04D81905-7948-4992-B168-31517055AAFA}" type="presParOf" srcId="{6520D7C5-2193-4E71-B05F-F598F9169017}" destId="{20F28315-7E59-4BFE-A25A-F8A54899E742}" srcOrd="6" destOrd="0" presId="urn:microsoft.com/office/officeart/2005/8/layout/vList2"/>
    <dgm:cxn modelId="{DF9F3ED6-FBD8-46D6-BF03-FA15E764469D}" type="presParOf" srcId="{6520D7C5-2193-4E71-B05F-F598F9169017}" destId="{AD407AFA-8B63-491F-A421-834CEF1DAFA5}" srcOrd="7" destOrd="0" presId="urn:microsoft.com/office/officeart/2005/8/layout/vList2"/>
    <dgm:cxn modelId="{6E48DDBE-22EF-482B-B8EB-42F03706907C}" type="presParOf" srcId="{6520D7C5-2193-4E71-B05F-F598F9169017}" destId="{8E2063AD-AE73-4000-AEC5-B4E8DCD4609E}" srcOrd="8" destOrd="0" presId="urn:microsoft.com/office/officeart/2005/8/layout/vList2"/>
    <dgm:cxn modelId="{E7D8E84E-5015-40DF-B771-B4480A9CFC6B}" type="presParOf" srcId="{6520D7C5-2193-4E71-B05F-F598F9169017}" destId="{2742EFB7-BB26-4BD5-A0FA-0230A7761656}" srcOrd="9" destOrd="0" presId="urn:microsoft.com/office/officeart/2005/8/layout/vList2"/>
    <dgm:cxn modelId="{1FAF23B5-0EA5-48D4-A30F-AE2F678D2CA1}" type="presParOf" srcId="{6520D7C5-2193-4E71-B05F-F598F9169017}" destId="{CB6287AA-1A28-4790-8605-26B74FCB78D1}" srcOrd="10"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107BBE8-7112-45D5-A2FA-A8ACD9F84F7B}">
      <dsp:nvSpPr>
        <dsp:cNvPr id="0" name=""/>
        <dsp:cNvSpPr/>
      </dsp:nvSpPr>
      <dsp:spPr>
        <a:xfrm>
          <a:off x="938775" y="924667"/>
          <a:ext cx="926133" cy="92613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67644680-FFA3-4A63-8FEE-F7B5CAC9B4E8}">
      <dsp:nvSpPr>
        <dsp:cNvPr id="0" name=""/>
        <dsp:cNvSpPr/>
      </dsp:nvSpPr>
      <dsp:spPr>
        <a:xfrm>
          <a:off x="372805" y="2141412"/>
          <a:ext cx="2058075"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pPr>
          <a:r>
            <a:rPr lang="en-IE" sz="1700" kern="1200"/>
            <a:t>Accuracy – 94.7%</a:t>
          </a:r>
          <a:endParaRPr lang="en-US" sz="1700" kern="1200"/>
        </a:p>
      </dsp:txBody>
      <dsp:txXfrm>
        <a:off x="372805" y="2141412"/>
        <a:ext cx="2058075" cy="720000"/>
      </dsp:txXfrm>
    </dsp:sp>
    <dsp:sp modelId="{3FC7D53C-AA0F-4AA7-822B-5C71F3908272}">
      <dsp:nvSpPr>
        <dsp:cNvPr id="0" name=""/>
        <dsp:cNvSpPr/>
      </dsp:nvSpPr>
      <dsp:spPr>
        <a:xfrm>
          <a:off x="3357014" y="924667"/>
          <a:ext cx="926133" cy="92613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E69014D0-D42A-40E5-837D-11AF25528F99}">
      <dsp:nvSpPr>
        <dsp:cNvPr id="0" name=""/>
        <dsp:cNvSpPr/>
      </dsp:nvSpPr>
      <dsp:spPr>
        <a:xfrm>
          <a:off x="2791043" y="2141412"/>
          <a:ext cx="2058075"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pPr>
          <a:r>
            <a:rPr lang="en-IE" sz="1700" kern="1200"/>
            <a:t>Showed strong overall performance</a:t>
          </a:r>
          <a:endParaRPr lang="en-US" sz="1700" kern="1200"/>
        </a:p>
      </dsp:txBody>
      <dsp:txXfrm>
        <a:off x="2791043" y="2141412"/>
        <a:ext cx="2058075" cy="720000"/>
      </dsp:txXfrm>
    </dsp:sp>
    <dsp:sp modelId="{3B61C310-09AF-4A3E-9CCA-291A9FEC7AF7}">
      <dsp:nvSpPr>
        <dsp:cNvPr id="0" name=""/>
        <dsp:cNvSpPr/>
      </dsp:nvSpPr>
      <dsp:spPr>
        <a:xfrm>
          <a:off x="5775252" y="924667"/>
          <a:ext cx="926133" cy="926133"/>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2AE4E004-1999-4817-A6A3-06DA68FEBF83}">
      <dsp:nvSpPr>
        <dsp:cNvPr id="0" name=""/>
        <dsp:cNvSpPr/>
      </dsp:nvSpPr>
      <dsp:spPr>
        <a:xfrm>
          <a:off x="5209281" y="2141412"/>
          <a:ext cx="2058075"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pPr>
          <a:r>
            <a:rPr lang="en-IE" sz="1700" kern="1200"/>
            <a:t>High accuracy on the unseen test data</a:t>
          </a:r>
          <a:endParaRPr lang="en-US" sz="1700" kern="1200"/>
        </a:p>
      </dsp:txBody>
      <dsp:txXfrm>
        <a:off x="5209281" y="2141412"/>
        <a:ext cx="2058075" cy="720000"/>
      </dsp:txXfrm>
    </dsp:sp>
    <dsp:sp modelId="{B9A1267B-A5D7-40B8-B25F-FC0527F6903E}">
      <dsp:nvSpPr>
        <dsp:cNvPr id="0" name=""/>
        <dsp:cNvSpPr/>
      </dsp:nvSpPr>
      <dsp:spPr>
        <a:xfrm>
          <a:off x="8193490" y="924667"/>
          <a:ext cx="926133" cy="926133"/>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5875"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092E1D29-CB93-4DC4-9374-134A62234EC1}">
      <dsp:nvSpPr>
        <dsp:cNvPr id="0" name=""/>
        <dsp:cNvSpPr/>
      </dsp:nvSpPr>
      <dsp:spPr>
        <a:xfrm>
          <a:off x="7627519" y="2141412"/>
          <a:ext cx="2058075"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90000"/>
            </a:lnSpc>
            <a:spcBef>
              <a:spcPct val="0"/>
            </a:spcBef>
            <a:spcAft>
              <a:spcPct val="35000"/>
            </a:spcAft>
            <a:buNone/>
          </a:pPr>
          <a:r>
            <a:rPr lang="en-IE" sz="1700" kern="1200"/>
            <a:t>Model generalises well</a:t>
          </a:r>
          <a:endParaRPr lang="en-US" sz="1700" kern="1200"/>
        </a:p>
      </dsp:txBody>
      <dsp:txXfrm>
        <a:off x="7627519" y="2141412"/>
        <a:ext cx="2058075" cy="7200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63688E7-73B0-4838-8845-86ADC87D242D}">
      <dsp:nvSpPr>
        <dsp:cNvPr id="0" name=""/>
        <dsp:cNvSpPr/>
      </dsp:nvSpPr>
      <dsp:spPr>
        <a:xfrm>
          <a:off x="0" y="77653"/>
          <a:ext cx="3448259" cy="755820"/>
        </a:xfrm>
        <a:prstGeom prst="roundRect">
          <a:avLst/>
        </a:prstGeom>
        <a:solidFill>
          <a:schemeClr val="accent2">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IE" sz="1900" kern="1200"/>
            <a:t>Perfect classification of the high-risk patients</a:t>
          </a:r>
          <a:endParaRPr lang="en-US" sz="1900" kern="1200"/>
        </a:p>
      </dsp:txBody>
      <dsp:txXfrm>
        <a:off x="36896" y="114549"/>
        <a:ext cx="3374467" cy="682028"/>
      </dsp:txXfrm>
    </dsp:sp>
    <dsp:sp modelId="{3EC126A3-EF50-4DDD-977A-3207E9012772}">
      <dsp:nvSpPr>
        <dsp:cNvPr id="0" name=""/>
        <dsp:cNvSpPr/>
      </dsp:nvSpPr>
      <dsp:spPr>
        <a:xfrm>
          <a:off x="0" y="888193"/>
          <a:ext cx="3448259" cy="755820"/>
        </a:xfrm>
        <a:prstGeom prst="roundRect">
          <a:avLst/>
        </a:prstGeom>
        <a:solidFill>
          <a:schemeClr val="accent2">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IE" sz="1900" kern="1200"/>
            <a:t>Minor errors in the medium-risk category</a:t>
          </a:r>
          <a:endParaRPr lang="en-US" sz="1900" kern="1200"/>
        </a:p>
      </dsp:txBody>
      <dsp:txXfrm>
        <a:off x="36896" y="925089"/>
        <a:ext cx="3374467" cy="682028"/>
      </dsp:txXfrm>
    </dsp:sp>
    <dsp:sp modelId="{3E9E94FD-13EA-467F-9A8A-08DB469C8891}">
      <dsp:nvSpPr>
        <dsp:cNvPr id="0" name=""/>
        <dsp:cNvSpPr/>
      </dsp:nvSpPr>
      <dsp:spPr>
        <a:xfrm>
          <a:off x="0" y="1698733"/>
          <a:ext cx="3448259" cy="755820"/>
        </a:xfrm>
        <a:prstGeom prst="roundRect">
          <a:avLst/>
        </a:prstGeom>
        <a:solidFill>
          <a:schemeClr val="accent2">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IE" sz="1900" kern="1200"/>
            <a:t>No low-risk samples in the test set</a:t>
          </a:r>
          <a:endParaRPr lang="en-US" sz="1900" kern="1200"/>
        </a:p>
      </dsp:txBody>
      <dsp:txXfrm>
        <a:off x="36896" y="1735629"/>
        <a:ext cx="3374467" cy="682028"/>
      </dsp:txXfrm>
    </dsp:sp>
    <dsp:sp modelId="{27BB5F57-E096-4818-93D3-279535AA72FA}">
      <dsp:nvSpPr>
        <dsp:cNvPr id="0" name=""/>
        <dsp:cNvSpPr/>
      </dsp:nvSpPr>
      <dsp:spPr>
        <a:xfrm>
          <a:off x="0" y="2509273"/>
          <a:ext cx="3448259" cy="755820"/>
        </a:xfrm>
        <a:prstGeom prst="roundRect">
          <a:avLst/>
        </a:prstGeom>
        <a:solidFill>
          <a:schemeClr val="accent2">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2390" tIns="72390" rIns="72390" bIns="72390" numCol="1" spcCol="1270" anchor="ctr" anchorCtr="0">
          <a:noAutofit/>
        </a:bodyPr>
        <a:lstStyle/>
        <a:p>
          <a:pPr marL="0" lvl="0" indent="0" algn="l" defTabSz="844550">
            <a:lnSpc>
              <a:spcPct val="90000"/>
            </a:lnSpc>
            <a:spcBef>
              <a:spcPct val="0"/>
            </a:spcBef>
            <a:spcAft>
              <a:spcPct val="35000"/>
            </a:spcAft>
            <a:buNone/>
          </a:pPr>
          <a:r>
            <a:rPr lang="en-IE" sz="1900" kern="1200"/>
            <a:t>Highlights the class imbalance</a:t>
          </a:r>
          <a:endParaRPr lang="en-US" sz="1900" kern="1200"/>
        </a:p>
      </dsp:txBody>
      <dsp:txXfrm>
        <a:off x="36896" y="2546169"/>
        <a:ext cx="3374467" cy="68202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748AF36-62B5-4D2A-BAA6-EA3A40B29754}">
      <dsp:nvSpPr>
        <dsp:cNvPr id="0" name=""/>
        <dsp:cNvSpPr/>
      </dsp:nvSpPr>
      <dsp:spPr>
        <a:xfrm>
          <a:off x="0" y="28695"/>
          <a:ext cx="6388259" cy="4797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IE" sz="2000" b="1" kern="1200"/>
            <a:t>High Risk</a:t>
          </a:r>
          <a:endParaRPr lang="en-US" sz="2000" kern="1200"/>
        </a:p>
      </dsp:txBody>
      <dsp:txXfrm>
        <a:off x="23417" y="52112"/>
        <a:ext cx="6341425" cy="432866"/>
      </dsp:txXfrm>
    </dsp:sp>
    <dsp:sp modelId="{137C96B6-C55F-422A-8267-55AC5EC7C4BF}">
      <dsp:nvSpPr>
        <dsp:cNvPr id="0" name=""/>
        <dsp:cNvSpPr/>
      </dsp:nvSpPr>
      <dsp:spPr>
        <a:xfrm>
          <a:off x="0" y="565995"/>
          <a:ext cx="6388259" cy="4797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IE" sz="2000" kern="1200"/>
            <a:t>Precision: 1.00</a:t>
          </a:r>
          <a:endParaRPr lang="en-US" sz="2000" kern="1200"/>
        </a:p>
      </dsp:txBody>
      <dsp:txXfrm>
        <a:off x="23417" y="589412"/>
        <a:ext cx="6341425" cy="432866"/>
      </dsp:txXfrm>
    </dsp:sp>
    <dsp:sp modelId="{D9F31DE1-F965-435C-AFD7-C0B78EEF41A9}">
      <dsp:nvSpPr>
        <dsp:cNvPr id="0" name=""/>
        <dsp:cNvSpPr/>
      </dsp:nvSpPr>
      <dsp:spPr>
        <a:xfrm>
          <a:off x="0" y="1103295"/>
          <a:ext cx="6388259" cy="4797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IE" sz="2000" kern="1200"/>
            <a:t>Recall: 1.00</a:t>
          </a:r>
          <a:endParaRPr lang="en-US" sz="2000" kern="1200"/>
        </a:p>
      </dsp:txBody>
      <dsp:txXfrm>
        <a:off x="23417" y="1126712"/>
        <a:ext cx="6341425" cy="432866"/>
      </dsp:txXfrm>
    </dsp:sp>
    <dsp:sp modelId="{DB4E628F-42A6-4EFE-ABC4-B0F743814B08}">
      <dsp:nvSpPr>
        <dsp:cNvPr id="0" name=""/>
        <dsp:cNvSpPr/>
      </dsp:nvSpPr>
      <dsp:spPr>
        <a:xfrm>
          <a:off x="0" y="1640595"/>
          <a:ext cx="6388259" cy="4797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IE" sz="2000" b="1" kern="1200"/>
            <a:t>Medium Risk</a:t>
          </a:r>
          <a:endParaRPr lang="en-US" sz="2000" kern="1200"/>
        </a:p>
      </dsp:txBody>
      <dsp:txXfrm>
        <a:off x="23417" y="1664012"/>
        <a:ext cx="6341425" cy="432866"/>
      </dsp:txXfrm>
    </dsp:sp>
    <dsp:sp modelId="{63FB00BE-EFA3-4673-9059-D92E95DD071E}">
      <dsp:nvSpPr>
        <dsp:cNvPr id="0" name=""/>
        <dsp:cNvSpPr/>
      </dsp:nvSpPr>
      <dsp:spPr>
        <a:xfrm>
          <a:off x="0" y="2177895"/>
          <a:ext cx="6388259" cy="4797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IE" sz="2000" kern="1200"/>
            <a:t>Recall: 0.50</a:t>
          </a:r>
          <a:endParaRPr lang="en-US" sz="2000" kern="1200"/>
        </a:p>
      </dsp:txBody>
      <dsp:txXfrm>
        <a:off x="23417" y="2201312"/>
        <a:ext cx="6341425" cy="432866"/>
      </dsp:txXfrm>
    </dsp:sp>
    <dsp:sp modelId="{AADF8889-DA95-4A0A-BA93-CAE4B17ADFAB}">
      <dsp:nvSpPr>
        <dsp:cNvPr id="0" name=""/>
        <dsp:cNvSpPr/>
      </dsp:nvSpPr>
      <dsp:spPr>
        <a:xfrm>
          <a:off x="0" y="2715195"/>
          <a:ext cx="6388259" cy="4797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IE" sz="2000" b="1" kern="1200"/>
            <a:t>Low Risk</a:t>
          </a:r>
          <a:endParaRPr lang="en-US" sz="2000" kern="1200"/>
        </a:p>
      </dsp:txBody>
      <dsp:txXfrm>
        <a:off x="23417" y="2738612"/>
        <a:ext cx="6341425" cy="432866"/>
      </dsp:txXfrm>
    </dsp:sp>
    <dsp:sp modelId="{9925C513-4024-4E94-A0B3-83F5C293064A}">
      <dsp:nvSpPr>
        <dsp:cNvPr id="0" name=""/>
        <dsp:cNvSpPr/>
      </dsp:nvSpPr>
      <dsp:spPr>
        <a:xfrm>
          <a:off x="0" y="3252495"/>
          <a:ext cx="6388259" cy="479700"/>
        </a:xfrm>
        <a:prstGeom prst="roundRect">
          <a:avLst/>
        </a:prstGeom>
        <a:solidFill>
          <a:schemeClr val="accent1">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en-IE" sz="2000" kern="1200"/>
            <a:t>No evaluation possible</a:t>
          </a:r>
          <a:endParaRPr lang="en-US" sz="2000" kern="1200"/>
        </a:p>
      </dsp:txBody>
      <dsp:txXfrm>
        <a:off x="23417" y="3275912"/>
        <a:ext cx="6341425" cy="43286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F52C2C-8915-4316-AE49-F5F6D7EAFB86}">
      <dsp:nvSpPr>
        <dsp:cNvPr id="0" name=""/>
        <dsp:cNvSpPr/>
      </dsp:nvSpPr>
      <dsp:spPr>
        <a:xfrm>
          <a:off x="0" y="27938"/>
          <a:ext cx="6582555" cy="767520"/>
        </a:xfrm>
        <a:prstGeom prst="roundRect">
          <a:avLst/>
        </a:prstGeom>
        <a:solidFill>
          <a:schemeClr val="accent2">
            <a:hueOff val="0"/>
            <a:satOff val="0"/>
            <a:lumOff val="0"/>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IE" sz="3200" b="1" kern="1200"/>
            <a:t>Most influential features:</a:t>
          </a:r>
          <a:endParaRPr lang="en-US" sz="3200" kern="1200"/>
        </a:p>
      </dsp:txBody>
      <dsp:txXfrm>
        <a:off x="37467" y="65405"/>
        <a:ext cx="6507621" cy="692586"/>
      </dsp:txXfrm>
    </dsp:sp>
    <dsp:sp modelId="{46C7D41A-A75B-445E-AA5B-057FCC41C95E}">
      <dsp:nvSpPr>
        <dsp:cNvPr id="0" name=""/>
        <dsp:cNvSpPr/>
      </dsp:nvSpPr>
      <dsp:spPr>
        <a:xfrm>
          <a:off x="0" y="887618"/>
          <a:ext cx="6582555" cy="767520"/>
        </a:xfrm>
        <a:prstGeom prst="roundRect">
          <a:avLst/>
        </a:prstGeom>
        <a:solidFill>
          <a:schemeClr val="accent2">
            <a:hueOff val="-266365"/>
            <a:satOff val="-117"/>
            <a:lumOff val="314"/>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IE" sz="3200" kern="1200"/>
            <a:t>Temperature</a:t>
          </a:r>
          <a:endParaRPr lang="en-US" sz="3200" kern="1200"/>
        </a:p>
      </dsp:txBody>
      <dsp:txXfrm>
        <a:off x="37467" y="925085"/>
        <a:ext cx="6507621" cy="692586"/>
      </dsp:txXfrm>
    </dsp:sp>
    <dsp:sp modelId="{1C4EBA8E-6EA8-4135-AC2A-3BCB9F6B6C3A}">
      <dsp:nvSpPr>
        <dsp:cNvPr id="0" name=""/>
        <dsp:cNvSpPr/>
      </dsp:nvSpPr>
      <dsp:spPr>
        <a:xfrm>
          <a:off x="0" y="1747298"/>
          <a:ext cx="6582555" cy="767520"/>
        </a:xfrm>
        <a:prstGeom prst="roundRect">
          <a:avLst/>
        </a:prstGeom>
        <a:solidFill>
          <a:schemeClr val="accent2">
            <a:hueOff val="-532730"/>
            <a:satOff val="-234"/>
            <a:lumOff val="628"/>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IE" sz="3200" kern="1200"/>
            <a:t>Blood Oxygen</a:t>
          </a:r>
          <a:endParaRPr lang="en-US" sz="3200" kern="1200"/>
        </a:p>
      </dsp:txBody>
      <dsp:txXfrm>
        <a:off x="37467" y="1784765"/>
        <a:ext cx="6507621" cy="692586"/>
      </dsp:txXfrm>
    </dsp:sp>
    <dsp:sp modelId="{20F28315-7E59-4BFE-A25A-F8A54899E742}">
      <dsp:nvSpPr>
        <dsp:cNvPr id="0" name=""/>
        <dsp:cNvSpPr/>
      </dsp:nvSpPr>
      <dsp:spPr>
        <a:xfrm>
          <a:off x="0" y="2606979"/>
          <a:ext cx="6582555" cy="767520"/>
        </a:xfrm>
        <a:prstGeom prst="roundRect">
          <a:avLst/>
        </a:prstGeom>
        <a:solidFill>
          <a:schemeClr val="accent2">
            <a:hueOff val="-799094"/>
            <a:satOff val="-352"/>
            <a:lumOff val="941"/>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IE" sz="3200" kern="1200"/>
            <a:t>Heart Rate</a:t>
          </a:r>
          <a:endParaRPr lang="en-US" sz="3200" kern="1200"/>
        </a:p>
      </dsp:txBody>
      <dsp:txXfrm>
        <a:off x="37467" y="2644446"/>
        <a:ext cx="6507621" cy="692586"/>
      </dsp:txXfrm>
    </dsp:sp>
    <dsp:sp modelId="{8E2063AD-AE73-4000-AEC5-B4E8DCD4609E}">
      <dsp:nvSpPr>
        <dsp:cNvPr id="0" name=""/>
        <dsp:cNvSpPr/>
      </dsp:nvSpPr>
      <dsp:spPr>
        <a:xfrm>
          <a:off x="0" y="3466659"/>
          <a:ext cx="6582555" cy="767520"/>
        </a:xfrm>
        <a:prstGeom prst="roundRect">
          <a:avLst/>
        </a:prstGeom>
        <a:solidFill>
          <a:schemeClr val="accent2">
            <a:hueOff val="-1065459"/>
            <a:satOff val="-469"/>
            <a:lumOff val="1255"/>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IE" sz="3200" b="1" kern="1200"/>
            <a:t>Less important:</a:t>
          </a:r>
          <a:endParaRPr lang="en-US" sz="3200" kern="1200"/>
        </a:p>
      </dsp:txBody>
      <dsp:txXfrm>
        <a:off x="37467" y="3504126"/>
        <a:ext cx="6507621" cy="692586"/>
      </dsp:txXfrm>
    </dsp:sp>
    <dsp:sp modelId="{CB6287AA-1A28-4790-8605-26B74FCB78D1}">
      <dsp:nvSpPr>
        <dsp:cNvPr id="0" name=""/>
        <dsp:cNvSpPr/>
      </dsp:nvSpPr>
      <dsp:spPr>
        <a:xfrm>
          <a:off x="0" y="4326339"/>
          <a:ext cx="6582555" cy="767520"/>
        </a:xfrm>
        <a:prstGeom prst="roundRect">
          <a:avLst/>
        </a:prstGeom>
        <a:solidFill>
          <a:schemeClr val="accent2">
            <a:hueOff val="-1331824"/>
            <a:satOff val="-586"/>
            <a:lumOff val="1569"/>
            <a:alphaOff val="0"/>
          </a:schemeClr>
        </a:solidFill>
        <a:ln w="15875"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1920" tIns="121920" rIns="121920" bIns="121920" numCol="1" spcCol="1270" anchor="ctr" anchorCtr="0">
          <a:noAutofit/>
        </a:bodyPr>
        <a:lstStyle/>
        <a:p>
          <a:pPr marL="0" lvl="0" indent="0" algn="l" defTabSz="1422400">
            <a:lnSpc>
              <a:spcPct val="90000"/>
            </a:lnSpc>
            <a:spcBef>
              <a:spcPct val="0"/>
            </a:spcBef>
            <a:spcAft>
              <a:spcPct val="35000"/>
            </a:spcAft>
            <a:buNone/>
          </a:pPr>
          <a:r>
            <a:rPr lang="en-IE" sz="3200" kern="1200"/>
            <a:t>Symptoms</a:t>
          </a:r>
          <a:endParaRPr lang="en-US" sz="3200" kern="1200"/>
        </a:p>
      </dsp:txBody>
      <dsp:txXfrm>
        <a:off x="37467" y="4363806"/>
        <a:ext cx="6507621" cy="692586"/>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ADD3A9B-7D3C-4B1E-B5BD-8E6B35C31113}" type="datetimeFigureOut">
              <a:rPr lang="en-IE" smtClean="0"/>
              <a:t>10/04/2026</a:t>
            </a:fld>
            <a:endParaRPr lang="en-I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B65EDCE-BD4B-420E-A16C-E15F07FBCFDC}" type="slidenum">
              <a:rPr lang="en-IE" smtClean="0"/>
              <a:t>‹#›</a:t>
            </a:fld>
            <a:endParaRPr lang="en-IE"/>
          </a:p>
        </p:txBody>
      </p:sp>
    </p:spTree>
    <p:extLst>
      <p:ext uri="{BB962C8B-B14F-4D97-AF65-F5344CB8AC3E}">
        <p14:creationId xmlns:p14="http://schemas.microsoft.com/office/powerpoint/2010/main" val="31121320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1</a:t>
            </a:fld>
            <a:endParaRPr lang="en-IE"/>
          </a:p>
        </p:txBody>
      </p:sp>
    </p:spTree>
    <p:extLst>
      <p:ext uri="{BB962C8B-B14F-4D97-AF65-F5344CB8AC3E}">
        <p14:creationId xmlns:p14="http://schemas.microsoft.com/office/powerpoint/2010/main" val="340508996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focuses on developing a simple AI-based medical system that can predict a patient’s risk level using machine learning techniques. The goal is to simulate how AI could assist doctors in early-stage decision making.</a:t>
            </a:r>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2</a:t>
            </a:fld>
            <a:endParaRPr lang="en-IE"/>
          </a:p>
        </p:txBody>
      </p:sp>
    </p:spTree>
    <p:extLst>
      <p:ext uri="{BB962C8B-B14F-4D97-AF65-F5344CB8AC3E}">
        <p14:creationId xmlns:p14="http://schemas.microsoft.com/office/powerpoint/2010/main" val="41992870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aim of this project is to build a simple AI model that can classify patients into low, medium, or high risk categories based on their symptoms and vital signs. This reflects how AI could assist in triage situations.</a:t>
            </a:r>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3</a:t>
            </a:fld>
            <a:endParaRPr lang="en-IE"/>
          </a:p>
        </p:txBody>
      </p:sp>
    </p:spTree>
    <p:extLst>
      <p:ext uri="{BB962C8B-B14F-4D97-AF65-F5344CB8AC3E}">
        <p14:creationId xmlns:p14="http://schemas.microsoft.com/office/powerpoint/2010/main" val="19434927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research question is important because early detection of high-risk patients can lead to faster treatment and better outcomes. The goal is to see if machine learning can support this process.</a:t>
            </a:r>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4</a:t>
            </a:fld>
            <a:endParaRPr lang="en-IE"/>
          </a:p>
        </p:txBody>
      </p:sp>
    </p:spTree>
    <p:extLst>
      <p:ext uri="{BB962C8B-B14F-4D97-AF65-F5344CB8AC3E}">
        <p14:creationId xmlns:p14="http://schemas.microsoft.com/office/powerpoint/2010/main" val="79281999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was created manually to ensure originality. It contains 100 patient records with realistic medical attributes that are commonly used in clinical assessments.</a:t>
            </a:r>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5</a:t>
            </a:fld>
            <a:endParaRPr lang="en-IE"/>
          </a:p>
        </p:txBody>
      </p:sp>
    </p:spTree>
    <p:extLst>
      <p:ext uri="{BB962C8B-B14F-4D97-AF65-F5344CB8AC3E}">
        <p14:creationId xmlns:p14="http://schemas.microsoft.com/office/powerpoint/2010/main" val="120940008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cleaning was a critical step because raw data is often unreliable. Missing values were replaced using the mean to preserve the dataset size. Inconsistent formats were </a:t>
            </a:r>
            <a:r>
              <a:rPr lang="en-US" dirty="0" err="1"/>
              <a:t>standardised</a:t>
            </a:r>
            <a:r>
              <a:rPr lang="en-US" dirty="0"/>
              <a:t> to ensure uniformity. Outliers and unrealistic values were removed to prevent the model from learning incorrect patterns.</a:t>
            </a:r>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6</a:t>
            </a:fld>
            <a:endParaRPr lang="en-IE"/>
          </a:p>
        </p:txBody>
      </p:sp>
    </p:spTree>
    <p:extLst>
      <p:ext uri="{BB962C8B-B14F-4D97-AF65-F5344CB8AC3E}">
        <p14:creationId xmlns:p14="http://schemas.microsoft.com/office/powerpoint/2010/main" val="419172657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Feature selection ensures that only relevant variables are used in the model. Irrelevant features can reduce accuracy and increase complexity. Encoding categorical variables into numerical form was necessary for the machine learning algorithm to process the data. </a:t>
            </a:r>
          </a:p>
          <a:p>
            <a:r>
              <a:rPr lang="en-US" dirty="0"/>
              <a:t>This step improves both model performance and interpretability.</a:t>
            </a:r>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7</a:t>
            </a:fld>
            <a:endParaRPr lang="en-IE"/>
          </a:p>
        </p:txBody>
      </p:sp>
    </p:spTree>
    <p:extLst>
      <p:ext uri="{BB962C8B-B14F-4D97-AF65-F5344CB8AC3E}">
        <p14:creationId xmlns:p14="http://schemas.microsoft.com/office/powerpoint/2010/main" val="16366714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Decision Tree model was chosen because it closely resembles how doctors make decisions, using thresholds like high temperature or low oxygen levels. It is also easy to interpret visually.</a:t>
            </a:r>
          </a:p>
          <a:p>
            <a:r>
              <a:rPr lang="en-US" dirty="0"/>
              <a:t>Its interpretability is particularly important in healthcare, where understanding how decisions are made is essential.</a:t>
            </a:r>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8</a:t>
            </a:fld>
            <a:endParaRPr lang="en-IE"/>
          </a:p>
        </p:txBody>
      </p:sp>
    </p:spTree>
    <p:extLst>
      <p:ext uri="{BB962C8B-B14F-4D97-AF65-F5344CB8AC3E}">
        <p14:creationId xmlns:p14="http://schemas.microsoft.com/office/powerpoint/2010/main" val="39169916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now demonstrate how the dataset was processed and how the machine learning model was implemented.</a:t>
            </a:r>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9</a:t>
            </a:fld>
            <a:endParaRPr lang="en-IE"/>
          </a:p>
        </p:txBody>
      </p:sp>
    </p:spTree>
    <p:extLst>
      <p:ext uri="{BB962C8B-B14F-4D97-AF65-F5344CB8AC3E}">
        <p14:creationId xmlns:p14="http://schemas.microsoft.com/office/powerpoint/2010/main" val="39061572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achieved an accuracy of 94.7%, which indicates a strong ability to correctly classify patient risk levels on unseen data. This suggests that the model has learned meaningful patterns from the dataset rather than simply </a:t>
            </a:r>
            <a:r>
              <a:rPr lang="en-US" dirty="0" err="1"/>
              <a:t>memorising</a:t>
            </a:r>
            <a:r>
              <a:rPr lang="en-US" dirty="0"/>
              <a:t> the training data. </a:t>
            </a:r>
          </a:p>
          <a:p>
            <a:r>
              <a:rPr lang="en-US" dirty="0"/>
              <a:t>However, accuracy alone can sometimes be misleading, especially when class distributions are imbalanced. Therefore, additional evaluation metrics were used to gain a more complete understanding of model performance.</a:t>
            </a:r>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10</a:t>
            </a:fld>
            <a:endParaRPr lang="en-IE"/>
          </a:p>
        </p:txBody>
      </p:sp>
    </p:spTree>
    <p:extLst>
      <p:ext uri="{BB962C8B-B14F-4D97-AF65-F5344CB8AC3E}">
        <p14:creationId xmlns:p14="http://schemas.microsoft.com/office/powerpoint/2010/main" val="8337327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confusion matrix shows that all high-risk patients were correctly identified, which is extremely important in a medical context. This means the model did not miss any critical cases.</a:t>
            </a:r>
          </a:p>
          <a:p>
            <a:r>
              <a:rPr lang="en-US" dirty="0"/>
              <a:t>However, the model struggled slightly with medium-risk patients, misclassifying some of them. This reflects the inherent difficulty in distinguishing borderline cases.</a:t>
            </a:r>
          </a:p>
          <a:p>
            <a:r>
              <a:rPr lang="en-US" dirty="0"/>
              <a:t>There were no low-risk samples in the test set, which means the model could not be evaluated on that category. This is a limitation of the dataset rather than the algorithm itself.</a:t>
            </a:r>
          </a:p>
          <a:p>
            <a:r>
              <a:rPr lang="en-US" dirty="0"/>
              <a:t>This highlights the importance of balanced datasets in machine learning, particularly in healthcare applications.</a:t>
            </a:r>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11</a:t>
            </a:fld>
            <a:endParaRPr lang="en-IE"/>
          </a:p>
        </p:txBody>
      </p:sp>
    </p:spTree>
    <p:extLst>
      <p:ext uri="{BB962C8B-B14F-4D97-AF65-F5344CB8AC3E}">
        <p14:creationId xmlns:p14="http://schemas.microsoft.com/office/powerpoint/2010/main" val="14650317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classification report provides deeper insight into model performance. For high-risk patients, both precision and recall are 1.00, meaning the model correctly identified all high-risk cases without false positives or false negatives.</a:t>
            </a:r>
          </a:p>
          <a:p>
            <a:r>
              <a:rPr lang="en-US" dirty="0"/>
              <a:t>This is particularly important because failing to identify a high-risk patient could have serious consequences.</a:t>
            </a:r>
          </a:p>
          <a:p>
            <a:r>
              <a:rPr lang="en-US" dirty="0"/>
              <a:t>The lower recall for medium-risk patients indicates that some were incorrectly classified, likely due to overlapping symptom patterns.</a:t>
            </a:r>
          </a:p>
          <a:p>
            <a:r>
              <a:rPr lang="en-US" dirty="0"/>
              <a:t>This reflects a common challenge in classification problems where intermediate classes are less </a:t>
            </a:r>
            <a:r>
              <a:rPr lang="en-US" dirty="0" err="1"/>
              <a:t>dist</a:t>
            </a:r>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12</a:t>
            </a:fld>
            <a:endParaRPr lang="en-IE"/>
          </a:p>
        </p:txBody>
      </p:sp>
    </p:spTree>
    <p:extLst>
      <p:ext uri="{BB962C8B-B14F-4D97-AF65-F5344CB8AC3E}">
        <p14:creationId xmlns:p14="http://schemas.microsoft.com/office/powerpoint/2010/main" val="106555306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feature importance analysis shows that vital signs such as temperature, blood oxygen, and heart rate had the greatest influence on predictions.</a:t>
            </a:r>
          </a:p>
          <a:p>
            <a:r>
              <a:rPr lang="en-US" dirty="0"/>
              <a:t>👉 Deep reasoning:</a:t>
            </a:r>
          </a:p>
          <a:p>
            <a:r>
              <a:rPr lang="en-US" dirty="0"/>
              <a:t>This aligns with real-world medical knowledge, where abnormal vital signs are often stronger indicators of serious illness than general symptoms.</a:t>
            </a:r>
          </a:p>
          <a:p>
            <a:r>
              <a:rPr lang="en-US" dirty="0"/>
              <a:t>👉 Add:</a:t>
            </a:r>
          </a:p>
          <a:p>
            <a:r>
              <a:rPr lang="en-US" dirty="0"/>
              <a:t>Less important features, such as cough or headache, contributed less to the model, which suggests that the model is </a:t>
            </a:r>
            <a:r>
              <a:rPr lang="en-US" dirty="0" err="1"/>
              <a:t>prioritising</a:t>
            </a:r>
            <a:r>
              <a:rPr lang="en-US" dirty="0"/>
              <a:t> clinically significant indicators.</a:t>
            </a:r>
          </a:p>
          <a:p>
            <a:r>
              <a:rPr lang="en-US" dirty="0"/>
              <a:t>👉 High-mark line:</a:t>
            </a:r>
          </a:p>
          <a:p>
            <a:r>
              <a:rPr lang="en-US" dirty="0"/>
              <a:t>This indicates that the model is learning meaningful relationships rather than relying on random patterns.</a:t>
            </a:r>
          </a:p>
          <a:p>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13</a:t>
            </a:fld>
            <a:endParaRPr lang="en-IE"/>
          </a:p>
        </p:txBody>
      </p:sp>
    </p:spTree>
    <p:extLst>
      <p:ext uri="{BB962C8B-B14F-4D97-AF65-F5344CB8AC3E}">
        <p14:creationId xmlns:p14="http://schemas.microsoft.com/office/powerpoint/2010/main" val="25118259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tree visually represents how the model makes decisions. Each split is based on a threshold value, such as temperature or oxygen level.</a:t>
            </a:r>
          </a:p>
          <a:p>
            <a:r>
              <a:rPr lang="en-US" dirty="0"/>
              <a:t>👉 Example explanation:</a:t>
            </a:r>
          </a:p>
          <a:p>
            <a:r>
              <a:rPr lang="en-US" dirty="0"/>
              <a:t>For example, if a patient has a high temperature and low blood oxygen, the model quickly classifies them as high risk.</a:t>
            </a:r>
          </a:p>
          <a:p>
            <a:r>
              <a:rPr lang="en-US" dirty="0"/>
              <a:t>👉 Deeper insight:</a:t>
            </a:r>
          </a:p>
          <a:p>
            <a:r>
              <a:rPr lang="en-US" dirty="0"/>
              <a:t>This step-by-step logic closely mirrors clinical reasoning, where doctors evaluate symptoms against known thresholds.</a:t>
            </a:r>
          </a:p>
          <a:p>
            <a:r>
              <a:rPr lang="en-US" dirty="0"/>
              <a:t>👉 High-mark concept:</a:t>
            </a:r>
          </a:p>
          <a:p>
            <a:r>
              <a:rPr lang="en-US" dirty="0"/>
              <a:t>The interpretability of decision trees makes them particularly suitable for healthcare applications, where transparency is essential.</a:t>
            </a:r>
          </a:p>
          <a:p>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14</a:t>
            </a:fld>
            <a:endParaRPr lang="en-IE"/>
          </a:p>
        </p:txBody>
      </p:sp>
    </p:spTree>
    <p:extLst>
      <p:ext uri="{BB962C8B-B14F-4D97-AF65-F5344CB8AC3E}">
        <p14:creationId xmlns:p14="http://schemas.microsoft.com/office/powerpoint/2010/main" val="333381321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conclusion, this project demonstrates that machine learning can effectively assist in predicting patient risk levels. While simple, it highlights the potential of AI in healthcare.</a:t>
            </a:r>
            <a:endParaRPr lang="en-IE" dirty="0"/>
          </a:p>
        </p:txBody>
      </p:sp>
      <p:sp>
        <p:nvSpPr>
          <p:cNvPr id="4" name="Slide Number Placeholder 3"/>
          <p:cNvSpPr>
            <a:spLocks noGrp="1"/>
          </p:cNvSpPr>
          <p:nvPr>
            <p:ph type="sldNum" sz="quarter" idx="5"/>
          </p:nvPr>
        </p:nvSpPr>
        <p:spPr/>
        <p:txBody>
          <a:bodyPr/>
          <a:lstStyle/>
          <a:p>
            <a:fld id="{BB65EDCE-BD4B-420E-A16C-E15F07FBCFDC}" type="slidenum">
              <a:rPr lang="en-IE" smtClean="0"/>
              <a:t>15</a:t>
            </a:fld>
            <a:endParaRPr lang="en-IE"/>
          </a:p>
        </p:txBody>
      </p:sp>
    </p:spTree>
    <p:extLst>
      <p:ext uri="{BB962C8B-B14F-4D97-AF65-F5344CB8AC3E}">
        <p14:creationId xmlns:p14="http://schemas.microsoft.com/office/powerpoint/2010/main" val="18646673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9E3965E-AC41-4711-9D10-E25ABB132D86}"/>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90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645152"/>
            <a:ext cx="10058400" cy="1143000"/>
          </a:xfrm>
        </p:spPr>
        <p:txBody>
          <a:bodyPr lIns="91440" rIns="91440">
            <a:normAutofit/>
          </a:bodyPr>
          <a:lstStyle>
            <a:lvl1pPr marL="0" indent="0" algn="l">
              <a:buNone/>
              <a:defRPr sz="2400" cap="all" spc="200" baseline="0">
                <a:solidFill>
                  <a:schemeClr val="tx1"/>
                </a:solidFill>
                <a:latin typeface="+mn-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cxnSp>
        <p:nvCxnSpPr>
          <p:cNvPr id="9" name="Straight Connector 8">
            <a:extLst>
              <a:ext uri="{FF2B5EF4-FFF2-40B4-BE49-F238E27FC236}">
                <a16:creationId xmlns:a16="http://schemas.microsoft.com/office/drawing/2014/main" id="{1F5DC8C3-BA5F-4EED-BB9A-A14272BD82A1}"/>
              </a:ext>
            </a:extLst>
          </p:cNvPr>
          <p:cNvCxnSpPr/>
          <p:nvPr/>
        </p:nvCxnSpPr>
        <p:spPr>
          <a:xfrm>
            <a:off x="1207658" y="4474741"/>
            <a:ext cx="987552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4" name="Date Placeholder 3">
            <a:extLst>
              <a:ext uri="{FF2B5EF4-FFF2-40B4-BE49-F238E27FC236}">
                <a16:creationId xmlns:a16="http://schemas.microsoft.com/office/drawing/2014/main" id="{9925CCF1-92C0-4AF3-BFAF-4921631915AB}"/>
              </a:ext>
            </a:extLst>
          </p:cNvPr>
          <p:cNvSpPr>
            <a:spLocks noGrp="1"/>
          </p:cNvSpPr>
          <p:nvPr>
            <p:ph type="dt" sz="half" idx="10"/>
          </p:nvPr>
        </p:nvSpPr>
        <p:spPr/>
        <p:txBody>
          <a:bodyPr/>
          <a:lstStyle/>
          <a:p>
            <a:fld id="{9184DA70-C731-4C70-880D-CCD4705E623C}" type="datetime1">
              <a:rPr lang="en-US" smtClean="0"/>
              <a:t>4/10/2026</a:t>
            </a:fld>
            <a:endParaRPr lang="en-US" dirty="0"/>
          </a:p>
        </p:txBody>
      </p:sp>
      <p:sp>
        <p:nvSpPr>
          <p:cNvPr id="5" name="Footer Placeholder 4">
            <a:extLst>
              <a:ext uri="{FF2B5EF4-FFF2-40B4-BE49-F238E27FC236}">
                <a16:creationId xmlns:a16="http://schemas.microsoft.com/office/drawing/2014/main" id="{051A78A9-3DFF-4937-A9F2-5D8CF495F36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FAEB271-5CC0-4759-BC6E-8BE53AB227C0}"/>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7381577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354D8B55-9EA8-4B81-8E84-9B93B0A27559}"/>
              </a:ext>
            </a:extLst>
          </p:cNvPr>
          <p:cNvSpPr>
            <a:spLocks noGrp="1"/>
          </p:cNvSpPr>
          <p:nvPr>
            <p:ph type="dt" sz="half" idx="10"/>
          </p:nvPr>
        </p:nvSpPr>
        <p:spPr/>
        <p:txBody>
          <a:bodyPr/>
          <a:lstStyle/>
          <a:p>
            <a:fld id="{4BE1D723-8F53-4F53-90B0-1982A396982E}" type="datetime1">
              <a:rPr lang="en-US" smtClean="0"/>
              <a:t>4/10/2026</a:t>
            </a:fld>
            <a:endParaRPr lang="en-US" dirty="0"/>
          </a:p>
        </p:txBody>
      </p:sp>
      <p:sp>
        <p:nvSpPr>
          <p:cNvPr id="8" name="Footer Placeholder 7">
            <a:extLst>
              <a:ext uri="{FF2B5EF4-FFF2-40B4-BE49-F238E27FC236}">
                <a16:creationId xmlns:a16="http://schemas.microsoft.com/office/drawing/2014/main" id="{062CA021-2578-47CB-822C-BDDFF7223B28}"/>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C4AAB51D-4141-4682-9375-DAFD5FB9DD10}"/>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946206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585C21A-8B93-4657-B5DF-7EAEAD3BE127}"/>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90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663440"/>
            <a:ext cx="10058400" cy="1143000"/>
          </a:xfrm>
        </p:spPr>
        <p:txBody>
          <a:bodyPr lIns="91440" rIns="91440" anchor="t" anchorCtr="0">
            <a:normAutofit/>
          </a:bodyPr>
          <a:lstStyle>
            <a:lvl1pPr marL="0" indent="0">
              <a:buNone/>
              <a:defRPr sz="2400" cap="all" spc="200" baseline="0">
                <a:solidFill>
                  <a:schemeClr val="tx1"/>
                </a:solidFill>
                <a:latin typeface="+mn-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cxnSp>
        <p:nvCxnSpPr>
          <p:cNvPr id="9" name="Straight Connector 8">
            <a:extLst>
              <a:ext uri="{FF2B5EF4-FFF2-40B4-BE49-F238E27FC236}">
                <a16:creationId xmlns:a16="http://schemas.microsoft.com/office/drawing/2014/main" id="{459DE2C1-4C52-40A3-8959-27B2C1BEBFF6}"/>
              </a:ext>
            </a:extLst>
          </p:cNvPr>
          <p:cNvCxnSpPr/>
          <p:nvPr/>
        </p:nvCxnSpPr>
        <p:spPr>
          <a:xfrm>
            <a:off x="1207658" y="4485132"/>
            <a:ext cx="987552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7" name="Date Placeholder 6">
            <a:extLst>
              <a:ext uri="{FF2B5EF4-FFF2-40B4-BE49-F238E27FC236}">
                <a16:creationId xmlns:a16="http://schemas.microsoft.com/office/drawing/2014/main" id="{AAF2E137-EC28-48F8-9198-1F02539029B6}"/>
              </a:ext>
            </a:extLst>
          </p:cNvPr>
          <p:cNvSpPr>
            <a:spLocks noGrp="1"/>
          </p:cNvSpPr>
          <p:nvPr>
            <p:ph type="dt" sz="half" idx="10"/>
          </p:nvPr>
        </p:nvSpPr>
        <p:spPr/>
        <p:txBody>
          <a:bodyPr/>
          <a:lstStyle/>
          <a:p>
            <a:fld id="{97669AF7-7BEB-44E4-9852-375E34362B5B}" type="datetime1">
              <a:rPr lang="en-US" smtClean="0"/>
              <a:t>4/10/2026</a:t>
            </a:fld>
            <a:endParaRPr lang="en-US" dirty="0"/>
          </a:p>
        </p:txBody>
      </p:sp>
      <p:sp>
        <p:nvSpPr>
          <p:cNvPr id="8" name="Footer Placeholder 7">
            <a:extLst>
              <a:ext uri="{FF2B5EF4-FFF2-40B4-BE49-F238E27FC236}">
                <a16:creationId xmlns:a16="http://schemas.microsoft.com/office/drawing/2014/main" id="{189422CD-6F62-4DD6-89EF-07A60B42D219}"/>
              </a:ext>
            </a:extLst>
          </p:cNvPr>
          <p:cNvSpPr>
            <a:spLocks noGrp="1"/>
          </p:cNvSpPr>
          <p:nvPr>
            <p:ph type="ftr" sz="quarter" idx="11"/>
          </p:nvPr>
        </p:nvSpPr>
        <p:spPr/>
        <p:txBody>
          <a:bodyPr/>
          <a:lstStyle/>
          <a:p>
            <a:endParaRPr lang="en-US" dirty="0"/>
          </a:p>
        </p:txBody>
      </p:sp>
      <p:sp>
        <p:nvSpPr>
          <p:cNvPr id="11" name="Slide Number Placeholder 10">
            <a:extLst>
              <a:ext uri="{FF2B5EF4-FFF2-40B4-BE49-F238E27FC236}">
                <a16:creationId xmlns:a16="http://schemas.microsoft.com/office/drawing/2014/main" id="{69C6AFF8-42B4-4D05-969B-9F5FB335555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7995196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80" y="2120900"/>
            <a:ext cx="4639736" cy="37481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515944" y="2120900"/>
            <a:ext cx="4639736" cy="37481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a:extLst>
              <a:ext uri="{FF2B5EF4-FFF2-40B4-BE49-F238E27FC236}">
                <a16:creationId xmlns:a16="http://schemas.microsoft.com/office/drawing/2014/main" id="{5782D47D-B0DC-4C40-BCC6-BBBA32584A38}"/>
              </a:ext>
            </a:extLst>
          </p:cNvPr>
          <p:cNvSpPr>
            <a:spLocks noGrp="1"/>
          </p:cNvSpPr>
          <p:nvPr>
            <p:ph type="dt" sz="half" idx="10"/>
          </p:nvPr>
        </p:nvSpPr>
        <p:spPr/>
        <p:txBody>
          <a:bodyPr/>
          <a:lstStyle/>
          <a:p>
            <a:fld id="{BAAAC38D-0552-4C82-B593-E6124DFADBE2}" type="datetime1">
              <a:rPr lang="en-US" smtClean="0"/>
              <a:t>4/10/2026</a:t>
            </a:fld>
            <a:endParaRPr lang="en-US" dirty="0"/>
          </a:p>
        </p:txBody>
      </p:sp>
      <p:sp>
        <p:nvSpPr>
          <p:cNvPr id="9" name="Footer Placeholder 8">
            <a:extLst>
              <a:ext uri="{FF2B5EF4-FFF2-40B4-BE49-F238E27FC236}">
                <a16:creationId xmlns:a16="http://schemas.microsoft.com/office/drawing/2014/main" id="{4690D34E-7EBD-44B2-83CA-4C126A18D7EF}"/>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2AC511A1-9BBD-42DE-92FB-2AF44F8E97A9}"/>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5499523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2057400"/>
            <a:ext cx="4639736" cy="736282"/>
          </a:xfrm>
        </p:spPr>
        <p:txBody>
          <a:bodyPr lIns="91440" rIns="91440" anchor="ctr">
            <a:normAutofit/>
          </a:bodyPr>
          <a:lstStyle>
            <a:lvl1pPr marL="0" indent="0">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958274"/>
            <a:ext cx="4639736" cy="29108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15944" y="2057400"/>
            <a:ext cx="4639736" cy="736282"/>
          </a:xfrm>
        </p:spPr>
        <p:txBody>
          <a:bodyPr lIns="91440" rIns="91440" anchor="ctr">
            <a:normAutofit/>
          </a:bodyPr>
          <a:lstStyle>
            <a:lvl1pPr marL="0" indent="0">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515944" y="2958273"/>
            <a:ext cx="4639736" cy="29108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a:extLst>
              <a:ext uri="{FF2B5EF4-FFF2-40B4-BE49-F238E27FC236}">
                <a16:creationId xmlns:a16="http://schemas.microsoft.com/office/drawing/2014/main" id="{8AF8A515-AA94-45D1-9223-5C2272618D85}"/>
              </a:ext>
            </a:extLst>
          </p:cNvPr>
          <p:cNvSpPr>
            <a:spLocks noGrp="1"/>
          </p:cNvSpPr>
          <p:nvPr>
            <p:ph type="dt" sz="half" idx="10"/>
          </p:nvPr>
        </p:nvSpPr>
        <p:spPr/>
        <p:txBody>
          <a:bodyPr/>
          <a:lstStyle/>
          <a:p>
            <a:fld id="{D9DF0F1C-5577-4ACB-BB62-DF8F3C494C7E}" type="datetime1">
              <a:rPr lang="en-US" smtClean="0"/>
              <a:t>4/10/2026</a:t>
            </a:fld>
            <a:endParaRPr lang="en-US" dirty="0"/>
          </a:p>
        </p:txBody>
      </p:sp>
      <p:sp>
        <p:nvSpPr>
          <p:cNvPr id="11" name="Footer Placeholder 10">
            <a:extLst>
              <a:ext uri="{FF2B5EF4-FFF2-40B4-BE49-F238E27FC236}">
                <a16:creationId xmlns:a16="http://schemas.microsoft.com/office/drawing/2014/main" id="{D052F5BC-98E0-4D60-AD67-9547738B7DD4}"/>
              </a:ext>
            </a:extLst>
          </p:cNvPr>
          <p:cNvSpPr>
            <a:spLocks noGrp="1"/>
          </p:cNvSpPr>
          <p:nvPr>
            <p:ph type="ftr" sz="quarter" idx="11"/>
          </p:nvPr>
        </p:nvSpPr>
        <p:spPr/>
        <p:txBody>
          <a:bodyPr/>
          <a:lstStyle/>
          <a:p>
            <a:endParaRPr lang="en-US" dirty="0"/>
          </a:p>
        </p:txBody>
      </p:sp>
      <p:sp>
        <p:nvSpPr>
          <p:cNvPr id="12" name="Slide Number Placeholder 11">
            <a:extLst>
              <a:ext uri="{FF2B5EF4-FFF2-40B4-BE49-F238E27FC236}">
                <a16:creationId xmlns:a16="http://schemas.microsoft.com/office/drawing/2014/main" id="{A38552DC-952E-41EA-AAAF-C2187523C0B0}"/>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282928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6" name="Date Placeholder 5">
            <a:extLst>
              <a:ext uri="{FF2B5EF4-FFF2-40B4-BE49-F238E27FC236}">
                <a16:creationId xmlns:a16="http://schemas.microsoft.com/office/drawing/2014/main" id="{7392073F-158F-44A3-8913-917AFFC1BC20}"/>
              </a:ext>
            </a:extLst>
          </p:cNvPr>
          <p:cNvSpPr>
            <a:spLocks noGrp="1"/>
          </p:cNvSpPr>
          <p:nvPr>
            <p:ph type="dt" sz="half" idx="10"/>
          </p:nvPr>
        </p:nvSpPr>
        <p:spPr/>
        <p:txBody>
          <a:bodyPr/>
          <a:lstStyle/>
          <a:p>
            <a:fld id="{1775B394-D9F9-4F0C-B15D-605F45CB9E9F}" type="datetime1">
              <a:rPr lang="en-US" smtClean="0"/>
              <a:t>4/10/2026</a:t>
            </a:fld>
            <a:endParaRPr lang="en-US" dirty="0"/>
          </a:p>
        </p:txBody>
      </p:sp>
      <p:sp>
        <p:nvSpPr>
          <p:cNvPr id="7" name="Footer Placeholder 6">
            <a:extLst>
              <a:ext uri="{FF2B5EF4-FFF2-40B4-BE49-F238E27FC236}">
                <a16:creationId xmlns:a16="http://schemas.microsoft.com/office/drawing/2014/main" id="{EED72207-24CA-42B7-A975-2F8E41CBA904}"/>
              </a:ext>
            </a:extLst>
          </p:cNvPr>
          <p:cNvSpPr>
            <a:spLocks noGrp="1"/>
          </p:cNvSpPr>
          <p:nvPr>
            <p:ph type="ftr" sz="quarter" idx="11"/>
          </p:nvPr>
        </p:nvSpPr>
        <p:spPr/>
        <p:txBody>
          <a:bodyPr/>
          <a:lstStyle/>
          <a:p>
            <a:endParaRPr lang="en-US" dirty="0"/>
          </a:p>
        </p:txBody>
      </p:sp>
      <p:sp>
        <p:nvSpPr>
          <p:cNvPr id="8" name="Slide Number Placeholder 7">
            <a:extLst>
              <a:ext uri="{FF2B5EF4-FFF2-40B4-BE49-F238E27FC236}">
                <a16:creationId xmlns:a16="http://schemas.microsoft.com/office/drawing/2014/main" id="{D01080F2-251A-4B88-9A62-16F46D724F83}"/>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756725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8E9C91B-7EAD-4562-AB0E-DFB9663AECE3}"/>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a:extLst>
              <a:ext uri="{FF2B5EF4-FFF2-40B4-BE49-F238E27FC236}">
                <a16:creationId xmlns:a16="http://schemas.microsoft.com/office/drawing/2014/main" id="{94E9223F-721F-47BF-9FD5-0F8D12FF0DE1}"/>
              </a:ext>
            </a:extLst>
          </p:cNvPr>
          <p:cNvSpPr>
            <a:spLocks noGrp="1"/>
          </p:cNvSpPr>
          <p:nvPr>
            <p:ph type="dt" sz="half" idx="10"/>
          </p:nvPr>
        </p:nvSpPr>
        <p:spPr/>
        <p:txBody>
          <a:bodyPr/>
          <a:lstStyle/>
          <a:p>
            <a:fld id="{39667345-2558-425A-8533-9BFDBCE15005}" type="datetime1">
              <a:rPr lang="en-US" smtClean="0"/>
              <a:t>4/10/2026</a:t>
            </a:fld>
            <a:endParaRPr lang="en-US" dirty="0"/>
          </a:p>
        </p:txBody>
      </p:sp>
      <p:sp>
        <p:nvSpPr>
          <p:cNvPr id="3" name="Footer Placeholder 2">
            <a:extLst>
              <a:ext uri="{FF2B5EF4-FFF2-40B4-BE49-F238E27FC236}">
                <a16:creationId xmlns:a16="http://schemas.microsoft.com/office/drawing/2014/main" id="{05915714-6BBA-4593-8591-4E26F7D58D9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BE06F857-D2E1-44DD-ABDD-EBB739645B67}"/>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495869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6D90D66-BCB9-4229-A829-628874352AC0}"/>
              </a:ext>
            </a:extLst>
          </p:cNvPr>
          <p:cNvSpPr/>
          <p:nvPr/>
        </p:nvSpPr>
        <p:spPr>
          <a:xfrm>
            <a:off x="16" y="0"/>
            <a:ext cx="4654296" cy="68580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43466" y="786383"/>
            <a:ext cx="3517567" cy="2093975"/>
          </a:xfrm>
        </p:spPr>
        <p:txBody>
          <a:bodyPr anchor="b">
            <a:normAutofit/>
          </a:bodyPr>
          <a:lstStyle>
            <a:lvl1pPr>
              <a:lnSpc>
                <a:spcPct val="90000"/>
              </a:lnSpc>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5458984" y="812799"/>
            <a:ext cx="5928344" cy="52947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43465" y="3043050"/>
            <a:ext cx="3517567" cy="3064505"/>
          </a:xfrm>
        </p:spPr>
        <p:txBody>
          <a:bodyPr lIns="91440" rIns="91440">
            <a:normAutofit/>
          </a:bodyPr>
          <a:lstStyle>
            <a:lvl1pPr marL="0" indent="0">
              <a:buNone/>
              <a:defRPr sz="18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643464" y="6446520"/>
            <a:ext cx="3517568" cy="365125"/>
          </a:xfrm>
        </p:spPr>
        <p:txBody>
          <a:bodyPr/>
          <a:lstStyle>
            <a:lvl1pPr algn="l">
              <a:defRPr/>
            </a:lvl1pPr>
          </a:lstStyle>
          <a:p>
            <a:fld id="{92BEA474-078D-4E9B-9B14-09A87B19DC46}" type="datetime1">
              <a:rPr lang="en-US" smtClean="0"/>
              <a:t>4/10/2026</a:t>
            </a:fld>
            <a:endParaRPr lang="en-US" dirty="0"/>
          </a:p>
        </p:txBody>
      </p:sp>
      <p:sp>
        <p:nvSpPr>
          <p:cNvPr id="6" name="Footer Placeholder 5"/>
          <p:cNvSpPr>
            <a:spLocks noGrp="1"/>
          </p:cNvSpPr>
          <p:nvPr>
            <p:ph type="ftr" sz="quarter" idx="11"/>
          </p:nvPr>
        </p:nvSpPr>
        <p:spPr>
          <a:xfrm>
            <a:off x="5458983" y="6446520"/>
            <a:ext cx="5334019" cy="365125"/>
          </a:xfrm>
        </p:spPr>
        <p:txBody>
          <a:bodyPr/>
          <a:lstStyle>
            <a:lvl1pPr algn="l">
              <a:defRPr>
                <a:solidFill>
                  <a:schemeClr val="tx2"/>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5919564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DA134939-39C0-4522-A125-A13DFDA66490}"/>
              </a:ext>
            </a:extLst>
          </p:cNvPr>
          <p:cNvSpPr/>
          <p:nvPr/>
        </p:nvSpPr>
        <p:spPr>
          <a:xfrm>
            <a:off x="0" y="4578350"/>
            <a:ext cx="12188825" cy="227965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Picture Placeholder 2"/>
          <p:cNvSpPr>
            <a:spLocks noGrp="1" noChangeAspect="1"/>
          </p:cNvSpPr>
          <p:nvPr>
            <p:ph type="pic" idx="1"/>
          </p:nvPr>
        </p:nvSpPr>
        <p:spPr>
          <a:xfrm>
            <a:off x="15" y="0"/>
            <a:ext cx="12191985" cy="4578350"/>
          </a:xfrm>
          <a:solidFill>
            <a:schemeClr val="bg1">
              <a:lumMod val="85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1097279" y="4799362"/>
            <a:ext cx="10113645" cy="743682"/>
          </a:xfrm>
        </p:spPr>
        <p:txBody>
          <a:bodyPr tIns="0" bIns="0" anchor="b">
            <a:noAutofit/>
          </a:bodyPr>
          <a:lstStyle>
            <a:lvl1pPr>
              <a:defRPr sz="3600" b="0">
                <a:solidFill>
                  <a:srgbClr val="FFFFFF"/>
                </a:solidFill>
              </a:defRPr>
            </a:lvl1pPr>
          </a:lstStyle>
          <a:p>
            <a:r>
              <a:rPr lang="en-US"/>
              <a:t>Click to edit Master title style</a:t>
            </a:r>
            <a:endParaRPr lang="en-US" dirty="0"/>
          </a:p>
        </p:txBody>
      </p:sp>
      <p:sp>
        <p:nvSpPr>
          <p:cNvPr id="4" name="Text Placeholder 3"/>
          <p:cNvSpPr>
            <a:spLocks noGrp="1"/>
          </p:cNvSpPr>
          <p:nvPr>
            <p:ph type="body" sz="half" idx="2"/>
          </p:nvPr>
        </p:nvSpPr>
        <p:spPr>
          <a:xfrm>
            <a:off x="1097279" y="5715000"/>
            <a:ext cx="10113264" cy="609600"/>
          </a:xfrm>
        </p:spPr>
        <p:txBody>
          <a:bodyPr lIns="91440" tIns="0" rIns="91440" bIns="0">
            <a:normAutofit/>
          </a:bodyPr>
          <a:lstStyle>
            <a:lvl1pPr marL="0" indent="0">
              <a:spcBef>
                <a:spcPts val="0"/>
              </a:spcBef>
              <a:spcAft>
                <a:spcPts val="600"/>
              </a:spcAft>
              <a:buNone/>
              <a:defRPr sz="18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lvl1pPr>
          </a:lstStyle>
          <a:p>
            <a:fld id="{4907D986-8816-4272-A432-0437A28A9828}" type="datetime1">
              <a:rPr lang="en-US" smtClean="0"/>
              <a:t>4/10/2026</a:t>
            </a:fld>
            <a:endParaRPr lang="en-US" dirty="0"/>
          </a:p>
        </p:txBody>
      </p:sp>
      <p:sp>
        <p:nvSpPr>
          <p:cNvPr id="6" name="Footer Placeholder 5"/>
          <p:cNvSpPr>
            <a:spLocks noGrp="1"/>
          </p:cNvSpPr>
          <p:nvPr>
            <p:ph type="ftr" sz="quarter" idx="11"/>
          </p:nvPr>
        </p:nvSpPr>
        <p:spPr>
          <a:xfrm>
            <a:off x="1097279" y="6446838"/>
            <a:ext cx="6818262" cy="365125"/>
          </a:xfrm>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935314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7D5506EE-1026-4F35-9ACC-BD05BE0F9B36}"/>
              </a:ext>
            </a:extLst>
          </p:cNvPr>
          <p:cNvSpPr>
            <a:spLocks noGrp="1"/>
          </p:cNvSpPr>
          <p:nvPr>
            <p:ph type="dt" sz="half" idx="10"/>
          </p:nvPr>
        </p:nvSpPr>
        <p:spPr/>
        <p:txBody>
          <a:bodyPr/>
          <a:lstStyle/>
          <a:p>
            <a:fld id="{B612A279-0833-481D-8C56-F67FD0AC6C50}" type="datetime1">
              <a:rPr lang="en-US" smtClean="0"/>
              <a:t>4/10/2026</a:t>
            </a:fld>
            <a:endParaRPr lang="en-US" dirty="0"/>
          </a:p>
        </p:txBody>
      </p:sp>
      <p:sp>
        <p:nvSpPr>
          <p:cNvPr id="8" name="Footer Placeholder 7">
            <a:extLst>
              <a:ext uri="{FF2B5EF4-FFF2-40B4-BE49-F238E27FC236}">
                <a16:creationId xmlns:a16="http://schemas.microsoft.com/office/drawing/2014/main" id="{B7696E5F-8D95-4450-AE52-5438E6EDE2BF}"/>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999B2253-74CC-409E-BEB0-F8EFCFCB5629}"/>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4570761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E1B68A5B-D9FA-424B-A4EB-30E7223836B3}"/>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2302"/>
            <a:ext cx="2628900" cy="57598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AF33D6B0-F070-45C4-A472-19F432BE3932}"/>
              </a:ext>
            </a:extLst>
          </p:cNvPr>
          <p:cNvSpPr>
            <a:spLocks noGrp="1"/>
          </p:cNvSpPr>
          <p:nvPr>
            <p:ph type="dt" sz="half" idx="10"/>
          </p:nvPr>
        </p:nvSpPr>
        <p:spPr/>
        <p:txBody>
          <a:bodyPr/>
          <a:lstStyle/>
          <a:p>
            <a:fld id="{6587DA83-5663-4C9C-B9AA-0B40A3DAFF81}" type="datetime1">
              <a:rPr lang="en-US" smtClean="0"/>
              <a:t>4/10/2026</a:t>
            </a:fld>
            <a:endParaRPr lang="en-US" dirty="0"/>
          </a:p>
        </p:txBody>
      </p:sp>
      <p:sp>
        <p:nvSpPr>
          <p:cNvPr id="8" name="Footer Placeholder 7">
            <a:extLst>
              <a:ext uri="{FF2B5EF4-FFF2-40B4-BE49-F238E27FC236}">
                <a16:creationId xmlns:a16="http://schemas.microsoft.com/office/drawing/2014/main" id="{9975399F-DAB2-410D-967F-ED17E6F796E7}"/>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F762A46F-6BE5-4D12-9412-5CA7672EA8EC}"/>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0243993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16A0E3C-60E6-4F39-BC55-5F7C224E1F7C}"/>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2108201"/>
            <a:ext cx="10058400" cy="3760891"/>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218426" y="6446838"/>
            <a:ext cx="2584850" cy="365125"/>
          </a:xfrm>
          <a:prstGeom prst="rect">
            <a:avLst/>
          </a:prstGeom>
        </p:spPr>
        <p:txBody>
          <a:bodyPr vert="horz" lIns="91440" tIns="45720" rIns="91440" bIns="45720" rtlCol="0" anchor="ctr"/>
          <a:lstStyle>
            <a:lvl1pPr algn="r">
              <a:defRPr sz="800">
                <a:solidFill>
                  <a:srgbClr val="FFFFFF"/>
                </a:solidFill>
              </a:defRPr>
            </a:lvl1pPr>
          </a:lstStyle>
          <a:p>
            <a:fld id="{62D6E202-B606-4609-B914-27C9371A1F6D}" type="datetime1">
              <a:rPr lang="en-US" smtClean="0"/>
              <a:t>4/10/2026</a:t>
            </a:fld>
            <a:endParaRPr lang="en-US" dirty="0"/>
          </a:p>
        </p:txBody>
      </p:sp>
      <p:sp>
        <p:nvSpPr>
          <p:cNvPr id="5" name="Footer Placeholder 4"/>
          <p:cNvSpPr>
            <a:spLocks noGrp="1"/>
          </p:cNvSpPr>
          <p:nvPr>
            <p:ph type="ftr" sz="quarter" idx="3"/>
          </p:nvPr>
        </p:nvSpPr>
        <p:spPr>
          <a:xfrm>
            <a:off x="1097279" y="6446838"/>
            <a:ext cx="6818262" cy="365125"/>
          </a:xfrm>
          <a:prstGeom prst="rect">
            <a:avLst/>
          </a:prstGeom>
        </p:spPr>
        <p:txBody>
          <a:bodyPr vert="horz" lIns="91440" tIns="45720" rIns="91440" bIns="45720" rtlCol="0" anchor="ctr"/>
          <a:lstStyle>
            <a:lvl1pPr algn="l">
              <a:defRPr sz="800" cap="all" baseline="0">
                <a:solidFill>
                  <a:srgbClr val="FFFFFF"/>
                </a:solidFill>
              </a:defRPr>
            </a:lvl1pPr>
          </a:lstStyle>
          <a:p>
            <a:endParaRPr lang="en-US" dirty="0"/>
          </a:p>
        </p:txBody>
      </p:sp>
      <p:sp>
        <p:nvSpPr>
          <p:cNvPr id="6" name="Slide Number Placeholder 5"/>
          <p:cNvSpPr>
            <a:spLocks noGrp="1"/>
          </p:cNvSpPr>
          <p:nvPr>
            <p:ph type="sldNum" sz="quarter" idx="4"/>
          </p:nvPr>
        </p:nvSpPr>
        <p:spPr>
          <a:xfrm>
            <a:off x="10993582" y="6446838"/>
            <a:ext cx="780010" cy="365125"/>
          </a:xfrm>
          <a:prstGeom prst="rect">
            <a:avLst/>
          </a:prstGeom>
        </p:spPr>
        <p:txBody>
          <a:bodyPr vert="horz" lIns="91440" tIns="45720" rIns="91440" bIns="45720" rtlCol="0" anchor="ctr"/>
          <a:lstStyle>
            <a:lvl1pPr algn="l">
              <a:defRPr sz="800">
                <a:solidFill>
                  <a:srgbClr val="FFFFFF"/>
                </a:solidFill>
              </a:defRPr>
            </a:lvl1pPr>
          </a:lstStyle>
          <a:p>
            <a:fld id="{3A98EE3D-8CD1-4C3F-BD1C-C98C9596463C}" type="slidenum">
              <a:rPr lang="en-US" smtClean="0"/>
              <a:t>‹#›</a:t>
            </a:fld>
            <a:endParaRPr lang="en-US" dirty="0"/>
          </a:p>
        </p:txBody>
      </p:sp>
      <p:cxnSp>
        <p:nvCxnSpPr>
          <p:cNvPr id="10" name="Straight Connector 9">
            <a:extLst>
              <a:ext uri="{FF2B5EF4-FFF2-40B4-BE49-F238E27FC236}">
                <a16:creationId xmlns:a16="http://schemas.microsoft.com/office/drawing/2014/main" id="{C5025DAC-8B93-4160-B017-3A274A5828C0}"/>
              </a:ext>
            </a:extLst>
          </p:cNvPr>
          <p:cNvCxnSpPr/>
          <p:nvPr/>
        </p:nvCxnSpPr>
        <p:spPr>
          <a:xfrm>
            <a:off x="1193532" y="1897380"/>
            <a:ext cx="996696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8290680"/>
      </p:ext>
    </p:extLst>
  </p:cSld>
  <p:clrMap bg1="lt1" tx1="dk1" bg2="lt2" tx2="dk2" accent1="accent1" accent2="accent2" accent3="accent3" accent4="accent4" accent5="accent5" accent6="accent6" hlink="hlink" folHlink="folHlink"/>
  <p:sldLayoutIdLst>
    <p:sldLayoutId id="2147483783" r:id="rId1"/>
    <p:sldLayoutId id="2147483784" r:id="rId2"/>
    <p:sldLayoutId id="2147483785" r:id="rId3"/>
    <p:sldLayoutId id="2147483786" r:id="rId4"/>
    <p:sldLayoutId id="2147483787" r:id="rId5"/>
    <p:sldLayoutId id="2147483777" r:id="rId6"/>
    <p:sldLayoutId id="2147483782" r:id="rId7"/>
    <p:sldLayoutId id="2147483778" r:id="rId8"/>
    <p:sldLayoutId id="2147483779" r:id="rId9"/>
    <p:sldLayoutId id="2147483780" r:id="rId10"/>
    <p:sldLayoutId id="2147483781" r:id="rId11"/>
  </p:sldLayoutIdLst>
  <p:hf sldNum="0" hdr="0" ftr="0" dt="0"/>
  <p:txStyles>
    <p:titleStyle>
      <a:lvl1pPr algn="l" defTabSz="914400" rtl="0" eaLnBrk="1" latinLnBrk="0" hangingPunct="1">
        <a:lnSpc>
          <a:spcPct val="90000"/>
        </a:lnSpc>
        <a:spcBef>
          <a:spcPct val="0"/>
        </a:spcBef>
        <a:buNone/>
        <a:defRPr sz="47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11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110000"/>
        </a:lnSpc>
        <a:spcBef>
          <a:spcPts val="200"/>
        </a:spcBef>
        <a:spcAft>
          <a:spcPts val="400"/>
        </a:spcAft>
        <a:buClrTx/>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110000"/>
        </a:lnSpc>
        <a:spcBef>
          <a:spcPts val="200"/>
        </a:spcBef>
        <a:spcAft>
          <a:spcPts val="400"/>
        </a:spcAft>
        <a:buClrTx/>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110000"/>
        </a:lnSpc>
        <a:spcBef>
          <a:spcPts val="200"/>
        </a:spcBef>
        <a:spcAft>
          <a:spcPts val="400"/>
        </a:spcAft>
        <a:buClrTx/>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110000"/>
        </a:lnSpc>
        <a:spcBef>
          <a:spcPts val="200"/>
        </a:spcBef>
        <a:spcAft>
          <a:spcPts val="400"/>
        </a:spcAft>
        <a:buClrTx/>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1.xml.rels><?xml version="1.0" encoding="UTF-8" standalone="yes"?>
<Relationships xmlns="http://schemas.openxmlformats.org/package/2006/relationships"><Relationship Id="rId8" Type="http://schemas.microsoft.com/office/2007/relationships/diagramDrawing" Target="../diagrams/drawing2.xml"/><Relationship Id="rId3" Type="http://schemas.openxmlformats.org/officeDocument/2006/relationships/image" Target="../media/image18.png"/><Relationship Id="rId7" Type="http://schemas.openxmlformats.org/officeDocument/2006/relationships/diagramColors" Target="../diagrams/colors2.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QuickStyle" Target="../diagrams/quickStyle2.xml"/><Relationship Id="rId5" Type="http://schemas.openxmlformats.org/officeDocument/2006/relationships/diagramLayout" Target="../diagrams/layout2.xml"/><Relationship Id="rId4" Type="http://schemas.openxmlformats.org/officeDocument/2006/relationships/diagramData" Target="../diagrams/data2.xml"/></Relationships>
</file>

<file path=ppt/slides/_rels/slide12.xml.rels><?xml version="1.0" encoding="UTF-8" standalone="yes"?>
<Relationships xmlns="http://schemas.openxmlformats.org/package/2006/relationships"><Relationship Id="rId8" Type="http://schemas.openxmlformats.org/officeDocument/2006/relationships/diagramColors" Target="../diagrams/colors3.xml"/><Relationship Id="rId3" Type="http://schemas.openxmlformats.org/officeDocument/2006/relationships/image" Target="../media/image19.png"/><Relationship Id="rId7" Type="http://schemas.openxmlformats.org/officeDocument/2006/relationships/diagramQuickStyle" Target="../diagrams/quickStyle3.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Layout" Target="../diagrams/layout3.xml"/><Relationship Id="rId5" Type="http://schemas.openxmlformats.org/officeDocument/2006/relationships/diagramData" Target="../diagrams/data3.xml"/><Relationship Id="rId4" Type="http://schemas.openxmlformats.org/officeDocument/2006/relationships/image" Target="../media/image20.svg"/><Relationship Id="rId9" Type="http://schemas.microsoft.com/office/2007/relationships/diagramDrawing" Target="../diagrams/drawing3.xml"/></Relationships>
</file>

<file path=ppt/slides/_rels/slide13.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3" name="Picture 42">
            <a:extLst>
              <a:ext uri="{FF2B5EF4-FFF2-40B4-BE49-F238E27FC236}">
                <a16:creationId xmlns:a16="http://schemas.microsoft.com/office/drawing/2014/main" id="{E9EA0270-83A6-B153-BA73-7E0972444B49}"/>
              </a:ext>
            </a:extLst>
          </p:cNvPr>
          <p:cNvPicPr>
            <a:picLocks noChangeAspect="1"/>
          </p:cNvPicPr>
          <p:nvPr/>
        </p:nvPicPr>
        <p:blipFill>
          <a:blip r:embed="rId3"/>
          <a:srcRect t="6463" b="8309"/>
          <a:stretch>
            <a:fillRect/>
          </a:stretch>
        </p:blipFill>
        <p:spPr>
          <a:xfrm>
            <a:off x="-1" y="10"/>
            <a:ext cx="12191999" cy="6857990"/>
          </a:xfrm>
          <a:prstGeom prst="rect">
            <a:avLst/>
          </a:prstGeom>
        </p:spPr>
      </p:pic>
      <p:sp>
        <p:nvSpPr>
          <p:cNvPr id="52" name="Rectangle 51">
            <a:extLst>
              <a:ext uri="{FF2B5EF4-FFF2-40B4-BE49-F238E27FC236}">
                <a16:creationId xmlns:a16="http://schemas.microsoft.com/office/drawing/2014/main" id="{7319A1DD-F557-4EC6-8A8C-F7617B4CD6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3118982"/>
            <a:ext cx="7537704" cy="2462668"/>
          </a:xfrm>
          <a:prstGeom prst="rect">
            <a:avLst/>
          </a:prstGeom>
          <a:solidFill>
            <a:schemeClr val="bg1">
              <a:alpha val="9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2A227A2-573A-3D9F-C69D-D2DD7E5EDFF8}"/>
              </a:ext>
            </a:extLst>
          </p:cNvPr>
          <p:cNvSpPr>
            <a:spLocks noGrp="1"/>
          </p:cNvSpPr>
          <p:nvPr>
            <p:ph type="ctrTitle"/>
          </p:nvPr>
        </p:nvSpPr>
        <p:spPr>
          <a:xfrm>
            <a:off x="735791" y="3331444"/>
            <a:ext cx="6470692" cy="1229306"/>
          </a:xfrm>
        </p:spPr>
        <p:txBody>
          <a:bodyPr>
            <a:normAutofit/>
          </a:bodyPr>
          <a:lstStyle/>
          <a:p>
            <a:r>
              <a:rPr lang="en-IE" sz="5400">
                <a:solidFill>
                  <a:schemeClr val="tx1"/>
                </a:solidFill>
              </a:rPr>
              <a:t>Triage Dataset </a:t>
            </a:r>
          </a:p>
        </p:txBody>
      </p:sp>
      <p:sp>
        <p:nvSpPr>
          <p:cNvPr id="3" name="Subtitle 2">
            <a:extLst>
              <a:ext uri="{FF2B5EF4-FFF2-40B4-BE49-F238E27FC236}">
                <a16:creationId xmlns:a16="http://schemas.microsoft.com/office/drawing/2014/main" id="{81AC14BF-AB1F-D63E-E3A0-29D78EF07F45}"/>
              </a:ext>
            </a:extLst>
          </p:cNvPr>
          <p:cNvSpPr>
            <a:spLocks noGrp="1"/>
          </p:cNvSpPr>
          <p:nvPr>
            <p:ph type="subTitle" idx="1"/>
          </p:nvPr>
        </p:nvSpPr>
        <p:spPr>
          <a:xfrm>
            <a:off x="735791" y="4735799"/>
            <a:ext cx="6470693" cy="605256"/>
          </a:xfrm>
        </p:spPr>
        <p:txBody>
          <a:bodyPr>
            <a:normAutofit/>
          </a:bodyPr>
          <a:lstStyle/>
          <a:p>
            <a:r>
              <a:rPr lang="en-IE"/>
              <a:t> L00172671 - Oisin Gibson</a:t>
            </a:r>
          </a:p>
        </p:txBody>
      </p:sp>
      <p:cxnSp>
        <p:nvCxnSpPr>
          <p:cNvPr id="54" name="!!Straight Connector">
            <a:extLst>
              <a:ext uri="{FF2B5EF4-FFF2-40B4-BE49-F238E27FC236}">
                <a16:creationId xmlns:a16="http://schemas.microsoft.com/office/drawing/2014/main" id="{D28A9C89-B313-458F-9C85-515930A51A9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72429" y="4641183"/>
            <a:ext cx="6309360" cy="0"/>
          </a:xfrm>
          <a:prstGeom prst="line">
            <a:avLst/>
          </a:prstGeom>
          <a:ln w="12700">
            <a:solidFill>
              <a:schemeClr val="tx1">
                <a:lumMod val="75000"/>
                <a:lumOff val="25000"/>
                <a:alpha val="90000"/>
              </a:schemeClr>
            </a:solidFill>
          </a:ln>
        </p:spPr>
        <p:style>
          <a:lnRef idx="1">
            <a:schemeClr val="accent1"/>
          </a:lnRef>
          <a:fillRef idx="0">
            <a:schemeClr val="accent1"/>
          </a:fillRef>
          <a:effectRef idx="0">
            <a:schemeClr val="accent1"/>
          </a:effectRef>
          <a:fontRef idx="minor">
            <a:schemeClr val="tx1"/>
          </a:fontRef>
        </p:style>
      </p:cxnSp>
      <p:sp>
        <p:nvSpPr>
          <p:cNvPr id="56" name="Rectangle 55">
            <a:extLst>
              <a:ext uri="{FF2B5EF4-FFF2-40B4-BE49-F238E27FC236}">
                <a16:creationId xmlns:a16="http://schemas.microsoft.com/office/drawing/2014/main" id="{C390A367-0330-4E03-9D5F-40308A7975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rgbClr val="262626">
              <a:alpha val="9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Tree>
    <p:extLst>
      <p:ext uri="{BB962C8B-B14F-4D97-AF65-F5344CB8AC3E}">
        <p14:creationId xmlns:p14="http://schemas.microsoft.com/office/powerpoint/2010/main" val="6838083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08CB54FC-0B2A-4107-9A70-958B90B765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3C13D43-70C5-CB86-BD3A-75C505F2E01F}"/>
              </a:ext>
            </a:extLst>
          </p:cNvPr>
          <p:cNvSpPr>
            <a:spLocks noGrp="1"/>
          </p:cNvSpPr>
          <p:nvPr>
            <p:ph type="title"/>
          </p:nvPr>
        </p:nvSpPr>
        <p:spPr>
          <a:xfrm>
            <a:off x="6411685" y="634946"/>
            <a:ext cx="5127171" cy="1450757"/>
          </a:xfrm>
        </p:spPr>
        <p:txBody>
          <a:bodyPr>
            <a:normAutofit/>
          </a:bodyPr>
          <a:lstStyle/>
          <a:p>
            <a:r>
              <a:rPr lang="en-US" sz="3300"/>
              <a:t>AI Medical Doctor: Predicting Patient Risk Using Machine Learning</a:t>
            </a:r>
            <a:endParaRPr lang="en-IE" sz="3300"/>
          </a:p>
        </p:txBody>
      </p:sp>
      <p:pic>
        <p:nvPicPr>
          <p:cNvPr id="7" name="Graphic 6" descr="Robot">
            <a:extLst>
              <a:ext uri="{FF2B5EF4-FFF2-40B4-BE49-F238E27FC236}">
                <a16:creationId xmlns:a16="http://schemas.microsoft.com/office/drawing/2014/main" id="{6FD7E81D-C991-062D-B806-1E785E079D01}"/>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43192" y="711306"/>
            <a:ext cx="5115347" cy="5115347"/>
          </a:xfrm>
          <a:prstGeom prst="rect">
            <a:avLst/>
          </a:prstGeom>
        </p:spPr>
      </p:pic>
      <p:cxnSp>
        <p:nvCxnSpPr>
          <p:cNvPr id="12" name="Straight Connector 11">
            <a:extLst>
              <a:ext uri="{FF2B5EF4-FFF2-40B4-BE49-F238E27FC236}">
                <a16:creationId xmlns:a16="http://schemas.microsoft.com/office/drawing/2014/main" id="{7855A9B5-1710-4B19-B0F1-CDFDD4ED5B7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514044" y="2246569"/>
            <a:ext cx="457200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9B7429E4-8084-25F6-EB52-A12DA2060D42}"/>
              </a:ext>
            </a:extLst>
          </p:cNvPr>
          <p:cNvSpPr>
            <a:spLocks noGrp="1"/>
          </p:cNvSpPr>
          <p:nvPr>
            <p:ph idx="1"/>
          </p:nvPr>
        </p:nvSpPr>
        <p:spPr>
          <a:xfrm>
            <a:off x="6411684" y="2407436"/>
            <a:ext cx="5127172" cy="3461658"/>
          </a:xfrm>
        </p:spPr>
        <p:txBody>
          <a:bodyPr>
            <a:normAutofit/>
          </a:bodyPr>
          <a:lstStyle/>
          <a:p>
            <a:r>
              <a:rPr lang="en-IE"/>
              <a:t>This project explores how an AI system can be used to assist medical professionals during triage. It works by predicting a patients risk levels using machine learning.</a:t>
            </a:r>
            <a:endParaRPr lang="en-IE" dirty="0"/>
          </a:p>
        </p:txBody>
      </p:sp>
      <p:sp>
        <p:nvSpPr>
          <p:cNvPr id="14" name="Rectangle 13">
            <a:extLst>
              <a:ext uri="{FF2B5EF4-FFF2-40B4-BE49-F238E27FC236}">
                <a16:creationId xmlns:a16="http://schemas.microsoft.com/office/drawing/2014/main" id="{9AA76026-5689-4584-8D93-D71D739E61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400800"/>
            <a:ext cx="12192000"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Tree>
    <p:extLst>
      <p:ext uri="{BB962C8B-B14F-4D97-AF65-F5344CB8AC3E}">
        <p14:creationId xmlns:p14="http://schemas.microsoft.com/office/powerpoint/2010/main" val="37071913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3BCCAE5-A35B-4B66-A4A7-E23C34A403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EA0C525-0C31-7C44-47A4-38918068CB02}"/>
              </a:ext>
            </a:extLst>
          </p:cNvPr>
          <p:cNvSpPr>
            <a:spLocks noGrp="1"/>
          </p:cNvSpPr>
          <p:nvPr>
            <p:ph type="title"/>
          </p:nvPr>
        </p:nvSpPr>
        <p:spPr>
          <a:xfrm>
            <a:off x="1036320" y="286603"/>
            <a:ext cx="10058400" cy="1450757"/>
          </a:xfrm>
        </p:spPr>
        <p:txBody>
          <a:bodyPr>
            <a:normAutofit/>
          </a:bodyPr>
          <a:lstStyle/>
          <a:p>
            <a:r>
              <a:rPr lang="en-IE" dirty="0"/>
              <a:t>Project Aim</a:t>
            </a:r>
          </a:p>
        </p:txBody>
      </p:sp>
      <p:cxnSp>
        <p:nvCxnSpPr>
          <p:cNvPr id="12" name="Straight Connector 11">
            <a:extLst>
              <a:ext uri="{FF2B5EF4-FFF2-40B4-BE49-F238E27FC236}">
                <a16:creationId xmlns:a16="http://schemas.microsoft.com/office/drawing/2014/main" id="{6987BDFB-DE64-4B56-B44F-45FAE19FA9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06573" y="1895846"/>
            <a:ext cx="978408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pic>
        <p:nvPicPr>
          <p:cNvPr id="7" name="Graphic 6" descr="Statistics">
            <a:extLst>
              <a:ext uri="{FF2B5EF4-FFF2-40B4-BE49-F238E27FC236}">
                <a16:creationId xmlns:a16="http://schemas.microsoft.com/office/drawing/2014/main" id="{AE1A61AF-6CE1-B56E-B237-5AE28E61A77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31509" y="2472903"/>
            <a:ext cx="3031484" cy="3031484"/>
          </a:xfrm>
          <a:prstGeom prst="rect">
            <a:avLst/>
          </a:prstGeom>
        </p:spPr>
      </p:pic>
      <p:sp>
        <p:nvSpPr>
          <p:cNvPr id="3" name="Content Placeholder 2">
            <a:extLst>
              <a:ext uri="{FF2B5EF4-FFF2-40B4-BE49-F238E27FC236}">
                <a16:creationId xmlns:a16="http://schemas.microsoft.com/office/drawing/2014/main" id="{4A1FD54D-B448-F76B-CFB6-B6A432CEDACE}"/>
              </a:ext>
            </a:extLst>
          </p:cNvPr>
          <p:cNvSpPr>
            <a:spLocks noGrp="1"/>
          </p:cNvSpPr>
          <p:nvPr>
            <p:ph idx="1"/>
          </p:nvPr>
        </p:nvSpPr>
        <p:spPr>
          <a:xfrm>
            <a:off x="4706460" y="2108201"/>
            <a:ext cx="6388260" cy="3760891"/>
          </a:xfrm>
        </p:spPr>
        <p:txBody>
          <a:bodyPr>
            <a:normAutofit/>
          </a:bodyPr>
          <a:lstStyle/>
          <a:p>
            <a:pPr marL="0" indent="0">
              <a:lnSpc>
                <a:spcPct val="100000"/>
              </a:lnSpc>
              <a:buNone/>
            </a:pPr>
            <a:r>
              <a:rPr lang="en-IE" sz="1700" dirty="0"/>
              <a:t>The overall aims of this project is to develop a machine learning model which can be used to analysis triage data.</a:t>
            </a:r>
          </a:p>
          <a:p>
            <a:pPr marL="0" indent="0">
              <a:lnSpc>
                <a:spcPct val="100000"/>
              </a:lnSpc>
              <a:buNone/>
            </a:pPr>
            <a:r>
              <a:rPr lang="en-IE" sz="1700" dirty="0"/>
              <a:t>The model would classify the patients into one of the following categories based on the factors present in the data set:</a:t>
            </a:r>
          </a:p>
          <a:p>
            <a:pPr>
              <a:lnSpc>
                <a:spcPct val="100000"/>
              </a:lnSpc>
              <a:buFont typeface="Wingdings" panose="05000000000000000000" pitchFamily="2" charset="2"/>
              <a:buChar char="v"/>
            </a:pPr>
            <a:r>
              <a:rPr lang="en-IE" sz="1700" dirty="0"/>
              <a:t>Low Risk</a:t>
            </a:r>
          </a:p>
          <a:p>
            <a:pPr>
              <a:lnSpc>
                <a:spcPct val="100000"/>
              </a:lnSpc>
              <a:buFont typeface="Wingdings" panose="05000000000000000000" pitchFamily="2" charset="2"/>
              <a:buChar char="v"/>
            </a:pPr>
            <a:r>
              <a:rPr lang="en-IE" sz="1700" dirty="0"/>
              <a:t>Medium Risk</a:t>
            </a:r>
          </a:p>
          <a:p>
            <a:pPr>
              <a:lnSpc>
                <a:spcPct val="100000"/>
              </a:lnSpc>
              <a:buFont typeface="Wingdings" panose="05000000000000000000" pitchFamily="2" charset="2"/>
              <a:buChar char="v"/>
            </a:pPr>
            <a:r>
              <a:rPr lang="en-IE" sz="1700" dirty="0"/>
              <a:t>High Risk</a:t>
            </a:r>
          </a:p>
          <a:p>
            <a:pPr marL="0" indent="0">
              <a:lnSpc>
                <a:spcPct val="100000"/>
              </a:lnSpc>
              <a:buNone/>
            </a:pPr>
            <a:r>
              <a:rPr lang="en-IE" sz="1700" dirty="0"/>
              <a:t>This model aims to simulate a real-world AI health support tool which could be used by professionals.</a:t>
            </a:r>
          </a:p>
          <a:p>
            <a:pPr>
              <a:lnSpc>
                <a:spcPct val="100000"/>
              </a:lnSpc>
            </a:pPr>
            <a:endParaRPr lang="en-IE" sz="1700" dirty="0"/>
          </a:p>
        </p:txBody>
      </p:sp>
      <p:sp>
        <p:nvSpPr>
          <p:cNvPr id="14" name="Rectangle 13">
            <a:extLst>
              <a:ext uri="{FF2B5EF4-FFF2-40B4-BE49-F238E27FC236}">
                <a16:creationId xmlns:a16="http://schemas.microsoft.com/office/drawing/2014/main" id="{0B2EDFE5-9478-4774-9D3D-FEC7DC708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400800"/>
            <a:ext cx="12192000"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Tree>
    <p:extLst>
      <p:ext uri="{BB962C8B-B14F-4D97-AF65-F5344CB8AC3E}">
        <p14:creationId xmlns:p14="http://schemas.microsoft.com/office/powerpoint/2010/main" val="15307530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8DD82D3-D002-45B0-B16A-82B3DA4EFD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B9B15F9-11AB-5B94-6A90-E92D74929511}"/>
              </a:ext>
            </a:extLst>
          </p:cNvPr>
          <p:cNvSpPr>
            <a:spLocks noGrp="1"/>
          </p:cNvSpPr>
          <p:nvPr>
            <p:ph type="title"/>
          </p:nvPr>
        </p:nvSpPr>
        <p:spPr>
          <a:xfrm>
            <a:off x="643468" y="643467"/>
            <a:ext cx="3073550" cy="5126203"/>
          </a:xfrm>
        </p:spPr>
        <p:txBody>
          <a:bodyPr anchor="ctr">
            <a:normAutofit/>
          </a:bodyPr>
          <a:lstStyle/>
          <a:p>
            <a:pPr algn="r"/>
            <a:r>
              <a:rPr lang="en-IE" dirty="0"/>
              <a:t>Research Question</a:t>
            </a:r>
            <a:endParaRPr lang="en-IE"/>
          </a:p>
        </p:txBody>
      </p:sp>
      <p:cxnSp>
        <p:nvCxnSpPr>
          <p:cNvPr id="10" name="Straight Connector 9">
            <a:extLst>
              <a:ext uri="{FF2B5EF4-FFF2-40B4-BE49-F238E27FC236}">
                <a16:creationId xmlns:a16="http://schemas.microsoft.com/office/drawing/2014/main" id="{9F09C252-16FE-4557-AD6D-BB5CA77349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042052" y="1778497"/>
            <a:ext cx="0" cy="3200400"/>
          </a:xfrm>
          <a:prstGeom prst="line">
            <a:avLst/>
          </a:prstGeom>
          <a:ln w="190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7" name="Content Placeholder 2">
            <a:extLst>
              <a:ext uri="{FF2B5EF4-FFF2-40B4-BE49-F238E27FC236}">
                <a16:creationId xmlns:a16="http://schemas.microsoft.com/office/drawing/2014/main" id="{2EC3BF7F-50E9-339A-3BB4-389BB1040032}"/>
              </a:ext>
            </a:extLst>
          </p:cNvPr>
          <p:cNvSpPr>
            <a:spLocks noGrp="1"/>
          </p:cNvSpPr>
          <p:nvPr>
            <p:ph idx="1"/>
          </p:nvPr>
        </p:nvSpPr>
        <p:spPr>
          <a:xfrm>
            <a:off x="4363786" y="621697"/>
            <a:ext cx="6791894" cy="5147973"/>
          </a:xfrm>
        </p:spPr>
        <p:txBody>
          <a:bodyPr anchor="ctr">
            <a:normAutofit/>
          </a:bodyPr>
          <a:lstStyle/>
          <a:p>
            <a:r>
              <a:rPr lang="en-IE" dirty="0"/>
              <a:t>This project was built around answering the following question:</a:t>
            </a:r>
          </a:p>
          <a:p>
            <a:r>
              <a:rPr lang="en-IE" dirty="0"/>
              <a:t>Can machine learning accurately predict risk level based on a patients symptoms and vital signs ?</a:t>
            </a:r>
          </a:p>
          <a:p>
            <a:r>
              <a:rPr lang="en-IE" dirty="0"/>
              <a:t>As part of this there is a focuses on the early—stage decision making process</a:t>
            </a:r>
          </a:p>
          <a:p>
            <a:r>
              <a:rPr lang="en-IE" dirty="0"/>
              <a:t>Answering this question aims to support triage systems used in the healthcare sector</a:t>
            </a:r>
          </a:p>
          <a:p>
            <a:endParaRPr lang="en-IE" dirty="0"/>
          </a:p>
        </p:txBody>
      </p:sp>
      <p:sp>
        <p:nvSpPr>
          <p:cNvPr id="12" name="Rectangle 11">
            <a:extLst>
              <a:ext uri="{FF2B5EF4-FFF2-40B4-BE49-F238E27FC236}">
                <a16:creationId xmlns:a16="http://schemas.microsoft.com/office/drawing/2014/main" id="{14552793-7DFF-4EC7-AC69-D34A75D018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400800"/>
            <a:ext cx="12192000"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Tree>
    <p:extLst>
      <p:ext uri="{BB962C8B-B14F-4D97-AF65-F5344CB8AC3E}">
        <p14:creationId xmlns:p14="http://schemas.microsoft.com/office/powerpoint/2010/main" val="7394402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F64BBAA4-C62B-4146-B49F-FE4CC4655E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B504DB2-4949-287F-5DF6-AC73E4BEE7A6}"/>
              </a:ext>
            </a:extLst>
          </p:cNvPr>
          <p:cNvSpPr>
            <a:spLocks noGrp="1"/>
          </p:cNvSpPr>
          <p:nvPr>
            <p:ph type="title"/>
          </p:nvPr>
        </p:nvSpPr>
        <p:spPr>
          <a:xfrm>
            <a:off x="878911" y="643468"/>
            <a:ext cx="3177847" cy="1674180"/>
          </a:xfrm>
        </p:spPr>
        <p:txBody>
          <a:bodyPr>
            <a:normAutofit/>
          </a:bodyPr>
          <a:lstStyle/>
          <a:p>
            <a:r>
              <a:rPr lang="en-IE" sz="4000"/>
              <a:t>Dataset Description</a:t>
            </a:r>
          </a:p>
        </p:txBody>
      </p:sp>
      <p:cxnSp>
        <p:nvCxnSpPr>
          <p:cNvPr id="25" name="Straight Connector 24">
            <a:extLst>
              <a:ext uri="{FF2B5EF4-FFF2-40B4-BE49-F238E27FC236}">
                <a16:creationId xmlns:a16="http://schemas.microsoft.com/office/drawing/2014/main" id="{EEB57AA8-F021-480C-A9E2-F8991331361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62164" y="2478513"/>
            <a:ext cx="2926080" cy="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096D4618-572C-C744-F0FF-0A30B0043D8E}"/>
              </a:ext>
            </a:extLst>
          </p:cNvPr>
          <p:cNvSpPr>
            <a:spLocks noGrp="1"/>
          </p:cNvSpPr>
          <p:nvPr>
            <p:ph idx="1"/>
          </p:nvPr>
        </p:nvSpPr>
        <p:spPr>
          <a:xfrm>
            <a:off x="858064" y="2639380"/>
            <a:ext cx="3205049" cy="3229714"/>
          </a:xfrm>
        </p:spPr>
        <p:txBody>
          <a:bodyPr>
            <a:normAutofit lnSpcReduction="10000"/>
          </a:bodyPr>
          <a:lstStyle/>
          <a:p>
            <a:pPr>
              <a:lnSpc>
                <a:spcPct val="100000"/>
              </a:lnSpc>
            </a:pPr>
            <a:r>
              <a:rPr lang="en-IE" sz="1000" dirty="0"/>
              <a:t>The dataset (AI generated) contains 100 patient records.</a:t>
            </a:r>
          </a:p>
          <a:p>
            <a:pPr>
              <a:lnSpc>
                <a:spcPct val="100000"/>
              </a:lnSpc>
            </a:pPr>
            <a:r>
              <a:rPr lang="en-IE" sz="1000" dirty="0"/>
              <a:t>The dataset contains the following properties:</a:t>
            </a:r>
          </a:p>
          <a:p>
            <a:pPr>
              <a:lnSpc>
                <a:spcPct val="100000"/>
              </a:lnSpc>
              <a:buFont typeface="Arial" panose="020B0604020202020204" pitchFamily="34" charset="0"/>
              <a:buChar char="•"/>
            </a:pPr>
            <a:r>
              <a:rPr lang="en-IE" sz="1000" dirty="0"/>
              <a:t>Demographics (Age, Gender)</a:t>
            </a:r>
          </a:p>
          <a:p>
            <a:pPr>
              <a:lnSpc>
                <a:spcPct val="100000"/>
              </a:lnSpc>
              <a:buFont typeface="Arial" panose="020B0604020202020204" pitchFamily="34" charset="0"/>
              <a:buChar char="•"/>
            </a:pPr>
            <a:r>
              <a:rPr lang="en-IE" sz="1000" dirty="0"/>
              <a:t>Temperature</a:t>
            </a:r>
          </a:p>
          <a:p>
            <a:pPr>
              <a:lnSpc>
                <a:spcPct val="100000"/>
              </a:lnSpc>
              <a:buFont typeface="Arial" panose="020B0604020202020204" pitchFamily="34" charset="0"/>
              <a:buChar char="•"/>
            </a:pPr>
            <a:r>
              <a:rPr lang="en-IE" sz="1000" dirty="0"/>
              <a:t>Heart Rate</a:t>
            </a:r>
          </a:p>
          <a:p>
            <a:pPr>
              <a:lnSpc>
                <a:spcPct val="100000"/>
              </a:lnSpc>
              <a:buFont typeface="Arial" panose="020B0604020202020204" pitchFamily="34" charset="0"/>
              <a:buChar char="•"/>
            </a:pPr>
            <a:r>
              <a:rPr lang="en-IE" sz="1000" dirty="0"/>
              <a:t>Blood Oxygen</a:t>
            </a:r>
          </a:p>
          <a:p>
            <a:pPr>
              <a:lnSpc>
                <a:spcPct val="100000"/>
              </a:lnSpc>
              <a:buFont typeface="Arial" panose="020B0604020202020204" pitchFamily="34" charset="0"/>
              <a:buChar char="•"/>
            </a:pPr>
            <a:r>
              <a:rPr lang="en-IE" sz="1000" dirty="0"/>
              <a:t>Symptoms ( Cough, Fatigue, Headache)</a:t>
            </a:r>
          </a:p>
          <a:p>
            <a:pPr>
              <a:lnSpc>
                <a:spcPct val="100000"/>
              </a:lnSpc>
              <a:buFont typeface="Arial" panose="020B0604020202020204" pitchFamily="34" charset="0"/>
              <a:buChar char="•"/>
            </a:pPr>
            <a:r>
              <a:rPr lang="en-IE" sz="1000" dirty="0"/>
              <a:t>Chronic Disease</a:t>
            </a:r>
          </a:p>
          <a:p>
            <a:pPr marL="0" indent="0">
              <a:lnSpc>
                <a:spcPct val="100000"/>
              </a:lnSpc>
              <a:buNone/>
            </a:pPr>
            <a:r>
              <a:rPr lang="en-IE" sz="1000" dirty="0"/>
              <a:t>The target variable for this model is the Risk Level</a:t>
            </a:r>
          </a:p>
          <a:p>
            <a:pPr marL="0" indent="0">
              <a:lnSpc>
                <a:spcPct val="100000"/>
              </a:lnSpc>
              <a:buNone/>
            </a:pPr>
            <a:r>
              <a:rPr lang="en-IE" sz="800" dirty="0"/>
              <a:t>  </a:t>
            </a:r>
          </a:p>
        </p:txBody>
      </p:sp>
      <p:pic>
        <p:nvPicPr>
          <p:cNvPr id="9" name="Picture 8">
            <a:extLst>
              <a:ext uri="{FF2B5EF4-FFF2-40B4-BE49-F238E27FC236}">
                <a16:creationId xmlns:a16="http://schemas.microsoft.com/office/drawing/2014/main" id="{E0E7ADA3-7338-CF23-B6D1-39BC168027EF}"/>
              </a:ext>
            </a:extLst>
          </p:cNvPr>
          <p:cNvPicPr>
            <a:picLocks noChangeAspect="1"/>
          </p:cNvPicPr>
          <p:nvPr/>
        </p:nvPicPr>
        <p:blipFill>
          <a:blip r:embed="rId3"/>
          <a:stretch>
            <a:fillRect/>
          </a:stretch>
        </p:blipFill>
        <p:spPr>
          <a:xfrm>
            <a:off x="4653447" y="2084542"/>
            <a:ext cx="6892560" cy="2343468"/>
          </a:xfrm>
          <a:prstGeom prst="rect">
            <a:avLst/>
          </a:prstGeom>
        </p:spPr>
      </p:pic>
      <p:sp>
        <p:nvSpPr>
          <p:cNvPr id="27" name="Rectangle 26">
            <a:extLst>
              <a:ext uri="{FF2B5EF4-FFF2-40B4-BE49-F238E27FC236}">
                <a16:creationId xmlns:a16="http://schemas.microsoft.com/office/drawing/2014/main" id="{6BF36B24-6632-4516-9692-731462896C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400800"/>
            <a:ext cx="12192000"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Tree>
    <p:extLst>
      <p:ext uri="{BB962C8B-B14F-4D97-AF65-F5344CB8AC3E}">
        <p14:creationId xmlns:p14="http://schemas.microsoft.com/office/powerpoint/2010/main" val="11680051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0AB6E427-3F73-4C06-A5D5-AE52C3883B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 y="0"/>
            <a:ext cx="12186315" cy="6858000"/>
          </a:xfrm>
          <a:prstGeom prst="rect">
            <a:avLst/>
          </a:prstGeom>
          <a:ln>
            <a:noFill/>
          </a:ln>
        </p:spPr>
        <p:style>
          <a:lnRef idx="2">
            <a:schemeClr val="accent6">
              <a:shade val="50000"/>
            </a:schemeClr>
          </a:lnRef>
          <a:fillRef idx="1001">
            <a:schemeClr val="lt1"/>
          </a:fillRef>
          <a:effectRef idx="0">
            <a:schemeClr val="accent6"/>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D8C9BDAA-0390-4B39-9B5C-BC95E5120D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6" y="0"/>
            <a:ext cx="4059919" cy="6858000"/>
          </a:xfrm>
          <a:prstGeom prst="rect">
            <a:avLst/>
          </a:prstGeom>
          <a:solidFill>
            <a:srgbClr val="22254E"/>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
        <p:nvSpPr>
          <p:cNvPr id="2" name="Title 1">
            <a:extLst>
              <a:ext uri="{FF2B5EF4-FFF2-40B4-BE49-F238E27FC236}">
                <a16:creationId xmlns:a16="http://schemas.microsoft.com/office/drawing/2014/main" id="{BF6377B3-0A57-6798-B808-C1C8CE9BEE52}"/>
              </a:ext>
            </a:extLst>
          </p:cNvPr>
          <p:cNvSpPr>
            <a:spLocks noGrp="1"/>
          </p:cNvSpPr>
          <p:nvPr>
            <p:ph type="title"/>
          </p:nvPr>
        </p:nvSpPr>
        <p:spPr>
          <a:xfrm>
            <a:off x="492370" y="516836"/>
            <a:ext cx="3084844" cy="1961086"/>
          </a:xfrm>
        </p:spPr>
        <p:txBody>
          <a:bodyPr>
            <a:normAutofit/>
          </a:bodyPr>
          <a:lstStyle/>
          <a:p>
            <a:r>
              <a:rPr lang="en-IE" sz="4000">
                <a:solidFill>
                  <a:srgbClr val="FFFFFF"/>
                </a:solidFill>
              </a:rPr>
              <a:t>Data Cleaning</a:t>
            </a:r>
          </a:p>
        </p:txBody>
      </p:sp>
      <p:cxnSp>
        <p:nvCxnSpPr>
          <p:cNvPr id="24" name="Straight Connector 23">
            <a:extLst>
              <a:ext uri="{FF2B5EF4-FFF2-40B4-BE49-F238E27FC236}">
                <a16:creationId xmlns:a16="http://schemas.microsoft.com/office/drawing/2014/main" id="{E04A321A-A039-4720-87B4-66A4210E0D5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71752" y="2638787"/>
            <a:ext cx="274320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FF9EF805-2F70-CC67-F482-42EA512E4F8F}"/>
              </a:ext>
            </a:extLst>
          </p:cNvPr>
          <p:cNvSpPr>
            <a:spLocks noGrp="1"/>
          </p:cNvSpPr>
          <p:nvPr>
            <p:ph idx="1"/>
          </p:nvPr>
        </p:nvSpPr>
        <p:spPr>
          <a:xfrm>
            <a:off x="571752" y="2799654"/>
            <a:ext cx="3005462" cy="3189665"/>
          </a:xfrm>
        </p:spPr>
        <p:txBody>
          <a:bodyPr>
            <a:normAutofit fontScale="92500" lnSpcReduction="10000"/>
          </a:bodyPr>
          <a:lstStyle/>
          <a:p>
            <a:pPr>
              <a:lnSpc>
                <a:spcPct val="100000"/>
              </a:lnSpc>
            </a:pPr>
            <a:r>
              <a:rPr lang="en-IE" sz="1000" dirty="0">
                <a:solidFill>
                  <a:srgbClr val="FFFFFF"/>
                </a:solidFill>
              </a:rPr>
              <a:t>As per the instructions, the dataset needed to be cleaned before it could be processed.</a:t>
            </a:r>
          </a:p>
          <a:p>
            <a:pPr>
              <a:lnSpc>
                <a:spcPct val="100000"/>
              </a:lnSpc>
            </a:pPr>
            <a:r>
              <a:rPr lang="en-IE" sz="1000" dirty="0">
                <a:solidFill>
                  <a:srgbClr val="FFFFFF"/>
                </a:solidFill>
              </a:rPr>
              <a:t>The following steps where taken during the cleaning process:</a:t>
            </a:r>
          </a:p>
          <a:p>
            <a:pPr marL="457200" indent="-457200">
              <a:lnSpc>
                <a:spcPct val="100000"/>
              </a:lnSpc>
              <a:buFont typeface="+mj-lt"/>
              <a:buAutoNum type="arabicPeriod"/>
            </a:pPr>
            <a:r>
              <a:rPr lang="en-IE" sz="1000" dirty="0">
                <a:solidFill>
                  <a:srgbClr val="FFFFFF"/>
                </a:solidFill>
              </a:rPr>
              <a:t>Handling of the missing values – mean replacement</a:t>
            </a:r>
          </a:p>
          <a:p>
            <a:pPr marL="457200" indent="-457200">
              <a:lnSpc>
                <a:spcPct val="100000"/>
              </a:lnSpc>
              <a:buFont typeface="+mj-lt"/>
              <a:buAutoNum type="arabicPeriod"/>
            </a:pPr>
            <a:r>
              <a:rPr lang="en-IE" sz="1000" dirty="0">
                <a:solidFill>
                  <a:srgbClr val="FFFFFF"/>
                </a:solidFill>
              </a:rPr>
              <a:t>Standardised gender values – either M or F rather that Male/M</a:t>
            </a:r>
          </a:p>
          <a:p>
            <a:pPr marL="457200" indent="-457200">
              <a:lnSpc>
                <a:spcPct val="100000"/>
              </a:lnSpc>
              <a:buFont typeface="+mj-lt"/>
              <a:buAutoNum type="arabicPeriod"/>
            </a:pPr>
            <a:r>
              <a:rPr lang="en-IE" sz="1000" dirty="0">
                <a:solidFill>
                  <a:srgbClr val="FFFFFF"/>
                </a:solidFill>
              </a:rPr>
              <a:t>Removed the unrealistic values  or the outliers– invalid age and extreme heart rate</a:t>
            </a:r>
          </a:p>
          <a:p>
            <a:pPr marL="457200" indent="-457200">
              <a:lnSpc>
                <a:spcPct val="100000"/>
              </a:lnSpc>
              <a:buFont typeface="+mj-lt"/>
              <a:buAutoNum type="arabicPeriod"/>
            </a:pPr>
            <a:r>
              <a:rPr lang="en-IE" sz="1000" dirty="0">
                <a:solidFill>
                  <a:srgbClr val="FFFFFF"/>
                </a:solidFill>
              </a:rPr>
              <a:t>Fixed the formatting issues – 39C became 39.0 – this made it more workable as numerical data</a:t>
            </a:r>
          </a:p>
          <a:p>
            <a:pPr marL="457200" indent="-457200">
              <a:lnSpc>
                <a:spcPct val="100000"/>
              </a:lnSpc>
              <a:buFont typeface="+mj-lt"/>
              <a:buAutoNum type="arabicPeriod"/>
            </a:pPr>
            <a:r>
              <a:rPr lang="en-IE" sz="1000" dirty="0">
                <a:solidFill>
                  <a:srgbClr val="FFFFFF"/>
                </a:solidFill>
              </a:rPr>
              <a:t>Converted the categorical data to numeric – made the process smoother for machine learning</a:t>
            </a:r>
          </a:p>
          <a:p>
            <a:pPr marL="457200" indent="-457200">
              <a:lnSpc>
                <a:spcPct val="100000"/>
              </a:lnSpc>
              <a:buFont typeface="+mj-lt"/>
              <a:buAutoNum type="arabicPeriod"/>
            </a:pPr>
            <a:endParaRPr lang="en-IE" sz="1000" dirty="0">
              <a:solidFill>
                <a:srgbClr val="FFFFFF"/>
              </a:solidFill>
            </a:endParaRPr>
          </a:p>
          <a:p>
            <a:pPr marL="457200" indent="-457200">
              <a:lnSpc>
                <a:spcPct val="100000"/>
              </a:lnSpc>
              <a:buFont typeface="+mj-lt"/>
              <a:buAutoNum type="arabicPeriod"/>
            </a:pPr>
            <a:endParaRPr lang="en-IE" sz="1000" dirty="0">
              <a:solidFill>
                <a:srgbClr val="FFFFFF"/>
              </a:solidFill>
            </a:endParaRPr>
          </a:p>
        </p:txBody>
      </p:sp>
      <p:pic>
        <p:nvPicPr>
          <p:cNvPr id="5" name="Picture 4">
            <a:extLst>
              <a:ext uri="{FF2B5EF4-FFF2-40B4-BE49-F238E27FC236}">
                <a16:creationId xmlns:a16="http://schemas.microsoft.com/office/drawing/2014/main" id="{ED00F3F8-A272-C845-7570-531E52190ED9}"/>
              </a:ext>
            </a:extLst>
          </p:cNvPr>
          <p:cNvPicPr>
            <a:picLocks noChangeAspect="1"/>
          </p:cNvPicPr>
          <p:nvPr/>
        </p:nvPicPr>
        <p:blipFill>
          <a:blip r:embed="rId3"/>
          <a:stretch>
            <a:fillRect/>
          </a:stretch>
        </p:blipFill>
        <p:spPr>
          <a:xfrm>
            <a:off x="4742017" y="2825671"/>
            <a:ext cx="6798082" cy="1206658"/>
          </a:xfrm>
          <a:prstGeom prst="rect">
            <a:avLst/>
          </a:prstGeom>
        </p:spPr>
      </p:pic>
    </p:spTree>
    <p:extLst>
      <p:ext uri="{BB962C8B-B14F-4D97-AF65-F5344CB8AC3E}">
        <p14:creationId xmlns:p14="http://schemas.microsoft.com/office/powerpoint/2010/main" val="16467710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13BCCAE5-A35B-4B66-A4A7-E23C34A403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577B6D4-93F3-E733-9A6D-4DE315BE572E}"/>
              </a:ext>
            </a:extLst>
          </p:cNvPr>
          <p:cNvSpPr>
            <a:spLocks noGrp="1"/>
          </p:cNvSpPr>
          <p:nvPr>
            <p:ph type="title"/>
          </p:nvPr>
        </p:nvSpPr>
        <p:spPr>
          <a:xfrm>
            <a:off x="1036320" y="286603"/>
            <a:ext cx="10058400" cy="1450757"/>
          </a:xfrm>
        </p:spPr>
        <p:txBody>
          <a:bodyPr>
            <a:normAutofit/>
          </a:bodyPr>
          <a:lstStyle/>
          <a:p>
            <a:r>
              <a:rPr lang="en-IE" dirty="0"/>
              <a:t>Feature Selection</a:t>
            </a:r>
          </a:p>
        </p:txBody>
      </p:sp>
      <p:cxnSp>
        <p:nvCxnSpPr>
          <p:cNvPr id="12" name="Straight Connector 11">
            <a:extLst>
              <a:ext uri="{FF2B5EF4-FFF2-40B4-BE49-F238E27FC236}">
                <a16:creationId xmlns:a16="http://schemas.microsoft.com/office/drawing/2014/main" id="{6987BDFB-DE64-4B56-B44F-45FAE19FA9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06573" y="1895846"/>
            <a:ext cx="978408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pic>
        <p:nvPicPr>
          <p:cNvPr id="7" name="Graphic 6" descr="Employee Badge">
            <a:extLst>
              <a:ext uri="{FF2B5EF4-FFF2-40B4-BE49-F238E27FC236}">
                <a16:creationId xmlns:a16="http://schemas.microsoft.com/office/drawing/2014/main" id="{7D22D63D-21E6-E2C7-A528-A5C63AC41C49}"/>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31509" y="2472903"/>
            <a:ext cx="3031484" cy="3031484"/>
          </a:xfrm>
          <a:prstGeom prst="rect">
            <a:avLst/>
          </a:prstGeom>
        </p:spPr>
      </p:pic>
      <p:sp>
        <p:nvSpPr>
          <p:cNvPr id="3" name="Content Placeholder 2">
            <a:extLst>
              <a:ext uri="{FF2B5EF4-FFF2-40B4-BE49-F238E27FC236}">
                <a16:creationId xmlns:a16="http://schemas.microsoft.com/office/drawing/2014/main" id="{11E091A5-6AE1-7386-62F4-CD831EAE2C1C}"/>
              </a:ext>
            </a:extLst>
          </p:cNvPr>
          <p:cNvSpPr>
            <a:spLocks noGrp="1"/>
          </p:cNvSpPr>
          <p:nvPr>
            <p:ph idx="1"/>
          </p:nvPr>
        </p:nvSpPr>
        <p:spPr>
          <a:xfrm>
            <a:off x="4706460" y="2108201"/>
            <a:ext cx="6388260" cy="3760891"/>
          </a:xfrm>
        </p:spPr>
        <p:txBody>
          <a:bodyPr>
            <a:normAutofit/>
          </a:bodyPr>
          <a:lstStyle/>
          <a:p>
            <a:pPr>
              <a:lnSpc>
                <a:spcPct val="100000"/>
              </a:lnSpc>
            </a:pPr>
            <a:r>
              <a:rPr lang="en-IE" dirty="0"/>
              <a:t>Not all the information in the dataset was relevant for the purposes of this experiment. The </a:t>
            </a:r>
            <a:r>
              <a:rPr lang="en-IE" dirty="0" err="1"/>
              <a:t>Patient_ID</a:t>
            </a:r>
            <a:r>
              <a:rPr lang="en-IE" dirty="0"/>
              <a:t> was one such column that was removed.</a:t>
            </a:r>
          </a:p>
          <a:p>
            <a:pPr>
              <a:lnSpc>
                <a:spcPct val="100000"/>
              </a:lnSpc>
            </a:pPr>
            <a:r>
              <a:rPr lang="en-IE" dirty="0"/>
              <a:t>The following are a the selected key medical features used in this experiment:</a:t>
            </a:r>
          </a:p>
          <a:p>
            <a:pPr marL="457200" indent="-457200">
              <a:lnSpc>
                <a:spcPct val="100000"/>
              </a:lnSpc>
              <a:buFont typeface="+mj-lt"/>
              <a:buAutoNum type="arabicPeriod"/>
            </a:pPr>
            <a:r>
              <a:rPr lang="en-IE" dirty="0"/>
              <a:t>Temperature</a:t>
            </a:r>
          </a:p>
          <a:p>
            <a:pPr marL="457200" indent="-457200">
              <a:lnSpc>
                <a:spcPct val="100000"/>
              </a:lnSpc>
              <a:buFont typeface="+mj-lt"/>
              <a:buAutoNum type="arabicPeriod"/>
            </a:pPr>
            <a:r>
              <a:rPr lang="en-IE" dirty="0"/>
              <a:t>Heart Rate</a:t>
            </a:r>
          </a:p>
          <a:p>
            <a:pPr marL="457200" indent="-457200">
              <a:lnSpc>
                <a:spcPct val="100000"/>
              </a:lnSpc>
              <a:buFont typeface="+mj-lt"/>
              <a:buAutoNum type="arabicPeriod"/>
            </a:pPr>
            <a:r>
              <a:rPr lang="en-IE" dirty="0"/>
              <a:t>Blood Oxygen</a:t>
            </a:r>
          </a:p>
          <a:p>
            <a:pPr marL="457200" indent="-457200">
              <a:lnSpc>
                <a:spcPct val="100000"/>
              </a:lnSpc>
              <a:buFont typeface="+mj-lt"/>
              <a:buAutoNum type="arabicPeriod"/>
            </a:pPr>
            <a:r>
              <a:rPr lang="en-IE" dirty="0"/>
              <a:t>Symptoms</a:t>
            </a:r>
          </a:p>
          <a:p>
            <a:pPr marL="0" indent="0">
              <a:lnSpc>
                <a:spcPct val="100000"/>
              </a:lnSpc>
              <a:buNone/>
            </a:pPr>
            <a:endParaRPr lang="en-IE" dirty="0"/>
          </a:p>
          <a:p>
            <a:pPr>
              <a:lnSpc>
                <a:spcPct val="100000"/>
              </a:lnSpc>
            </a:pPr>
            <a:endParaRPr lang="en-IE" dirty="0"/>
          </a:p>
        </p:txBody>
      </p:sp>
      <p:sp>
        <p:nvSpPr>
          <p:cNvPr id="14" name="Rectangle 13">
            <a:extLst>
              <a:ext uri="{FF2B5EF4-FFF2-40B4-BE49-F238E27FC236}">
                <a16:creationId xmlns:a16="http://schemas.microsoft.com/office/drawing/2014/main" id="{0B2EDFE5-9478-4774-9D3D-FEC7DC708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400800"/>
            <a:ext cx="12192000"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Tree>
    <p:extLst>
      <p:ext uri="{BB962C8B-B14F-4D97-AF65-F5344CB8AC3E}">
        <p14:creationId xmlns:p14="http://schemas.microsoft.com/office/powerpoint/2010/main" val="185138347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558DB37-9FEE-48A2-8578-ED04015739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07"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5F7FCCA6-00E2-4F74-A105-0D769872F2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07" y="0"/>
            <a:ext cx="12188952" cy="1905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
        <p:nvSpPr>
          <p:cNvPr id="2" name="Title 1">
            <a:extLst>
              <a:ext uri="{FF2B5EF4-FFF2-40B4-BE49-F238E27FC236}">
                <a16:creationId xmlns:a16="http://schemas.microsoft.com/office/drawing/2014/main" id="{95E92749-0593-0133-C363-0C7BA513EA68}"/>
              </a:ext>
            </a:extLst>
          </p:cNvPr>
          <p:cNvSpPr>
            <a:spLocks noGrp="1"/>
          </p:cNvSpPr>
          <p:nvPr>
            <p:ph type="title"/>
          </p:nvPr>
        </p:nvSpPr>
        <p:spPr>
          <a:xfrm>
            <a:off x="1097280" y="286603"/>
            <a:ext cx="10058400" cy="1450757"/>
          </a:xfrm>
        </p:spPr>
        <p:txBody>
          <a:bodyPr anchor="ctr">
            <a:normAutofit/>
          </a:bodyPr>
          <a:lstStyle/>
          <a:p>
            <a:r>
              <a:rPr lang="en-IE">
                <a:solidFill>
                  <a:srgbClr val="FFFFFF"/>
                </a:solidFill>
              </a:rPr>
              <a:t>Model Choice</a:t>
            </a:r>
          </a:p>
        </p:txBody>
      </p:sp>
      <p:sp>
        <p:nvSpPr>
          <p:cNvPr id="3" name="Content Placeholder 2">
            <a:extLst>
              <a:ext uri="{FF2B5EF4-FFF2-40B4-BE49-F238E27FC236}">
                <a16:creationId xmlns:a16="http://schemas.microsoft.com/office/drawing/2014/main" id="{C771974F-5BAC-4615-3073-7EE97BB8EB71}"/>
              </a:ext>
            </a:extLst>
          </p:cNvPr>
          <p:cNvSpPr>
            <a:spLocks noGrp="1"/>
          </p:cNvSpPr>
          <p:nvPr>
            <p:ph idx="1"/>
          </p:nvPr>
        </p:nvSpPr>
        <p:spPr>
          <a:xfrm>
            <a:off x="1096963" y="2675694"/>
            <a:ext cx="10058400" cy="3193294"/>
          </a:xfrm>
        </p:spPr>
        <p:txBody>
          <a:bodyPr>
            <a:normAutofit fontScale="92500" lnSpcReduction="10000"/>
          </a:bodyPr>
          <a:lstStyle/>
          <a:p>
            <a:pPr>
              <a:lnSpc>
                <a:spcPct val="100000"/>
              </a:lnSpc>
            </a:pPr>
            <a:r>
              <a:rPr lang="en-IE" dirty="0"/>
              <a:t>The choice was made to implement a Decision Tree model as it most closet resembles how a medical professional would make decisions. It also proved to be more suitable for classification problems such as this.</a:t>
            </a:r>
          </a:p>
          <a:p>
            <a:pPr>
              <a:lnSpc>
                <a:spcPct val="100000"/>
              </a:lnSpc>
            </a:pPr>
            <a:r>
              <a:rPr lang="en-IE" dirty="0"/>
              <a:t>The following were primary reasons for choosing a Decision Tree model:</a:t>
            </a:r>
          </a:p>
          <a:p>
            <a:pPr marL="457200" indent="-457200">
              <a:lnSpc>
                <a:spcPct val="100000"/>
              </a:lnSpc>
              <a:buFont typeface="+mj-lt"/>
              <a:buAutoNum type="arabicPeriod"/>
            </a:pPr>
            <a:r>
              <a:rPr lang="en-IE" dirty="0"/>
              <a:t>Easy to understand</a:t>
            </a:r>
          </a:p>
          <a:p>
            <a:pPr marL="457200" indent="-457200">
              <a:lnSpc>
                <a:spcPct val="100000"/>
              </a:lnSpc>
              <a:buFont typeface="+mj-lt"/>
              <a:buAutoNum type="arabicPeriod"/>
            </a:pPr>
            <a:r>
              <a:rPr lang="en-IE" dirty="0"/>
              <a:t>Interpretable</a:t>
            </a:r>
          </a:p>
          <a:p>
            <a:pPr marL="457200" indent="-457200">
              <a:lnSpc>
                <a:spcPct val="100000"/>
              </a:lnSpc>
              <a:buFont typeface="+mj-lt"/>
              <a:buAutoNum type="arabicPeriod"/>
            </a:pPr>
            <a:r>
              <a:rPr lang="en-IE" dirty="0"/>
              <a:t>Mimics doctor based decision making</a:t>
            </a:r>
          </a:p>
          <a:p>
            <a:pPr marL="457200" indent="-457200">
              <a:lnSpc>
                <a:spcPct val="100000"/>
              </a:lnSpc>
              <a:buFont typeface="+mj-lt"/>
              <a:buAutoNum type="arabicPeriod"/>
            </a:pPr>
            <a:r>
              <a:rPr lang="en-IE" dirty="0"/>
              <a:t>Uses rule-based logic</a:t>
            </a:r>
          </a:p>
          <a:p>
            <a:pPr marL="457200" indent="-457200">
              <a:lnSpc>
                <a:spcPct val="100000"/>
              </a:lnSpc>
              <a:buFont typeface="+mj-lt"/>
              <a:buAutoNum type="arabicPeriod"/>
            </a:pPr>
            <a:endParaRPr lang="en-IE" dirty="0"/>
          </a:p>
          <a:p>
            <a:pPr marL="0" indent="0">
              <a:lnSpc>
                <a:spcPct val="100000"/>
              </a:lnSpc>
              <a:buNone/>
            </a:pPr>
            <a:endParaRPr lang="en-IE" dirty="0"/>
          </a:p>
        </p:txBody>
      </p:sp>
      <p:sp>
        <p:nvSpPr>
          <p:cNvPr id="12" name="Rectangle 11">
            <a:extLst>
              <a:ext uri="{FF2B5EF4-FFF2-40B4-BE49-F238E27FC236}">
                <a16:creationId xmlns:a16="http://schemas.microsoft.com/office/drawing/2014/main" id="{9B834327-03F1-4931-8261-971373A5A6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400800"/>
            <a:ext cx="12192000"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Tree>
    <p:extLst>
      <p:ext uri="{BB962C8B-B14F-4D97-AF65-F5344CB8AC3E}">
        <p14:creationId xmlns:p14="http://schemas.microsoft.com/office/powerpoint/2010/main" val="2969283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D4BFEF-2DAB-FBD3-7B17-59DD44FBB20A}"/>
              </a:ext>
            </a:extLst>
          </p:cNvPr>
          <p:cNvSpPr>
            <a:spLocks noGrp="1"/>
          </p:cNvSpPr>
          <p:nvPr>
            <p:ph type="title"/>
          </p:nvPr>
        </p:nvSpPr>
        <p:spPr/>
        <p:txBody>
          <a:bodyPr/>
          <a:lstStyle/>
          <a:p>
            <a:r>
              <a:rPr lang="en-IE" dirty="0"/>
              <a:t>Code Section</a:t>
            </a:r>
          </a:p>
        </p:txBody>
      </p:sp>
      <p:sp>
        <p:nvSpPr>
          <p:cNvPr id="3" name="Content Placeholder 2">
            <a:extLst>
              <a:ext uri="{FF2B5EF4-FFF2-40B4-BE49-F238E27FC236}">
                <a16:creationId xmlns:a16="http://schemas.microsoft.com/office/drawing/2014/main" id="{21CFC79E-0C49-D0D4-52DB-ACDEA4BB0900}"/>
              </a:ext>
            </a:extLst>
          </p:cNvPr>
          <p:cNvSpPr>
            <a:spLocks noGrp="1"/>
          </p:cNvSpPr>
          <p:nvPr>
            <p:ph idx="1"/>
          </p:nvPr>
        </p:nvSpPr>
        <p:spPr/>
        <p:txBody>
          <a:bodyPr/>
          <a:lstStyle/>
          <a:p>
            <a:endParaRPr lang="en-IE" dirty="0"/>
          </a:p>
        </p:txBody>
      </p:sp>
    </p:spTree>
    <p:extLst>
      <p:ext uri="{BB962C8B-B14F-4D97-AF65-F5344CB8AC3E}">
        <p14:creationId xmlns:p14="http://schemas.microsoft.com/office/powerpoint/2010/main" val="15299155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8F0A37D-2337-4AAF-98B0-7E4E9B98719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D5F6F56-6D7A-28BE-5308-E1EB4395F936}"/>
              </a:ext>
            </a:extLst>
          </p:cNvPr>
          <p:cNvSpPr>
            <a:spLocks noGrp="1"/>
          </p:cNvSpPr>
          <p:nvPr>
            <p:ph type="title"/>
          </p:nvPr>
        </p:nvSpPr>
        <p:spPr>
          <a:xfrm>
            <a:off x="1097280" y="286603"/>
            <a:ext cx="10058400" cy="1450757"/>
          </a:xfrm>
        </p:spPr>
        <p:txBody>
          <a:bodyPr>
            <a:normAutofit/>
          </a:bodyPr>
          <a:lstStyle/>
          <a:p>
            <a:r>
              <a:rPr lang="en-IE" dirty="0"/>
              <a:t>Model Results</a:t>
            </a:r>
          </a:p>
        </p:txBody>
      </p:sp>
      <p:cxnSp>
        <p:nvCxnSpPr>
          <p:cNvPr id="11" name="Straight Connector 10">
            <a:extLst>
              <a:ext uri="{FF2B5EF4-FFF2-40B4-BE49-F238E27FC236}">
                <a16:creationId xmlns:a16="http://schemas.microsoft.com/office/drawing/2014/main" id="{F15CCCF0-E573-463A-9760-1FDC0B2CFBD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93532" y="1897380"/>
            <a:ext cx="996696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F7234D70-FB65-4E99-985E-64D219674D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400800"/>
            <a:ext cx="12192000"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graphicFrame>
        <p:nvGraphicFramePr>
          <p:cNvPr id="5" name="Content Placeholder 2">
            <a:extLst>
              <a:ext uri="{FF2B5EF4-FFF2-40B4-BE49-F238E27FC236}">
                <a16:creationId xmlns:a16="http://schemas.microsoft.com/office/drawing/2014/main" id="{B90B7E4B-27BC-F613-0AD7-E590747E911F}"/>
              </a:ext>
            </a:extLst>
          </p:cNvPr>
          <p:cNvGraphicFramePr>
            <a:graphicFrameLocks noGrp="1"/>
          </p:cNvGraphicFramePr>
          <p:nvPr>
            <p:ph idx="1"/>
            <p:extLst>
              <p:ext uri="{D42A27DB-BD31-4B8C-83A1-F6EECF244321}">
                <p14:modId xmlns:p14="http://schemas.microsoft.com/office/powerpoint/2010/main" val="1041104262"/>
              </p:ext>
            </p:extLst>
          </p:nvPr>
        </p:nvGraphicFramePr>
        <p:xfrm>
          <a:off x="1096963" y="2098515"/>
          <a:ext cx="10058400" cy="378608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4415117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8" name="Rectangle 27">
            <a:extLst>
              <a:ext uri="{FF2B5EF4-FFF2-40B4-BE49-F238E27FC236}">
                <a16:creationId xmlns:a16="http://schemas.microsoft.com/office/drawing/2014/main" id="{E844E128-FF69-4E9F-8327-6B504B3C5A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 y="0"/>
            <a:ext cx="12191985" cy="68580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
        <p:nvSpPr>
          <p:cNvPr id="2" name="Title 1">
            <a:extLst>
              <a:ext uri="{FF2B5EF4-FFF2-40B4-BE49-F238E27FC236}">
                <a16:creationId xmlns:a16="http://schemas.microsoft.com/office/drawing/2014/main" id="{D46FA479-45B9-E724-9789-338CD13B8472}"/>
              </a:ext>
            </a:extLst>
          </p:cNvPr>
          <p:cNvSpPr>
            <a:spLocks noGrp="1"/>
          </p:cNvSpPr>
          <p:nvPr>
            <p:ph type="title"/>
          </p:nvPr>
        </p:nvSpPr>
        <p:spPr>
          <a:xfrm>
            <a:off x="643467" y="516835"/>
            <a:ext cx="3448259" cy="1666501"/>
          </a:xfrm>
        </p:spPr>
        <p:txBody>
          <a:bodyPr>
            <a:normAutofit/>
          </a:bodyPr>
          <a:lstStyle/>
          <a:p>
            <a:r>
              <a:rPr lang="en-IE" sz="4000">
                <a:solidFill>
                  <a:srgbClr val="FFFFFF"/>
                </a:solidFill>
              </a:rPr>
              <a:t>Confusion Matrix</a:t>
            </a:r>
          </a:p>
        </p:txBody>
      </p:sp>
      <p:cxnSp>
        <p:nvCxnSpPr>
          <p:cNvPr id="30" name="Straight Connector 29">
            <a:extLst>
              <a:ext uri="{FF2B5EF4-FFF2-40B4-BE49-F238E27FC236}">
                <a16:creationId xmlns:a16="http://schemas.microsoft.com/office/drawing/2014/main" id="{055CEADF-09EA-423C-8C45-F94AF44D5AF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23686" y="2353592"/>
            <a:ext cx="329184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17FCF148-320F-31E6-93DB-1BCB3BD823EB}"/>
              </a:ext>
            </a:extLst>
          </p:cNvPr>
          <p:cNvPicPr>
            <a:picLocks noChangeAspect="1"/>
          </p:cNvPicPr>
          <p:nvPr/>
        </p:nvPicPr>
        <p:blipFill>
          <a:blip r:embed="rId3"/>
          <a:srcRect l="7853" r="9714"/>
          <a:stretch>
            <a:fillRect/>
          </a:stretch>
        </p:blipFill>
        <p:spPr>
          <a:xfrm>
            <a:off x="4654296" y="10"/>
            <a:ext cx="7537703" cy="6857990"/>
          </a:xfrm>
          <a:prstGeom prst="rect">
            <a:avLst/>
          </a:prstGeom>
        </p:spPr>
      </p:pic>
      <p:graphicFrame>
        <p:nvGraphicFramePr>
          <p:cNvPr id="5" name="Content Placeholder 2">
            <a:extLst>
              <a:ext uri="{FF2B5EF4-FFF2-40B4-BE49-F238E27FC236}">
                <a16:creationId xmlns:a16="http://schemas.microsoft.com/office/drawing/2014/main" id="{30F08F4C-2C06-1C8F-FB5A-BAFF6CBCD507}"/>
              </a:ext>
            </a:extLst>
          </p:cNvPr>
          <p:cNvGraphicFramePr>
            <a:graphicFrameLocks noGrp="1"/>
          </p:cNvGraphicFramePr>
          <p:nvPr>
            <p:ph idx="1"/>
            <p:extLst>
              <p:ext uri="{D42A27DB-BD31-4B8C-83A1-F6EECF244321}">
                <p14:modId xmlns:p14="http://schemas.microsoft.com/office/powerpoint/2010/main" val="1109321919"/>
              </p:ext>
            </p:extLst>
          </p:nvPr>
        </p:nvGraphicFramePr>
        <p:xfrm>
          <a:off x="643467" y="2546224"/>
          <a:ext cx="3448259" cy="334274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1661221485"/>
      </p:ext>
    </p:extLst>
  </p:cSld>
  <p:clrMapOvr>
    <a:overrideClrMapping bg1="dk1" tx1="lt1" bg2="dk2" tx2="lt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13BCCAE5-A35B-4B66-A4A7-E23C34A403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9DBA170-2666-6BEE-245D-E7FFA90116A5}"/>
              </a:ext>
            </a:extLst>
          </p:cNvPr>
          <p:cNvSpPr>
            <a:spLocks noGrp="1"/>
          </p:cNvSpPr>
          <p:nvPr>
            <p:ph type="title"/>
          </p:nvPr>
        </p:nvSpPr>
        <p:spPr>
          <a:xfrm>
            <a:off x="1036320" y="286603"/>
            <a:ext cx="10058400" cy="1450757"/>
          </a:xfrm>
        </p:spPr>
        <p:txBody>
          <a:bodyPr>
            <a:normAutofit/>
          </a:bodyPr>
          <a:lstStyle/>
          <a:p>
            <a:r>
              <a:rPr lang="en-IE" dirty="0"/>
              <a:t>Classification Report</a:t>
            </a:r>
          </a:p>
        </p:txBody>
      </p:sp>
      <p:cxnSp>
        <p:nvCxnSpPr>
          <p:cNvPr id="26" name="Straight Connector 25">
            <a:extLst>
              <a:ext uri="{FF2B5EF4-FFF2-40B4-BE49-F238E27FC236}">
                <a16:creationId xmlns:a16="http://schemas.microsoft.com/office/drawing/2014/main" id="{6987BDFB-DE64-4B56-B44F-45FAE19FA9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06573" y="1895846"/>
            <a:ext cx="978408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pic>
        <p:nvPicPr>
          <p:cNvPr id="7" name="Graphic 6" descr="Warning">
            <a:extLst>
              <a:ext uri="{FF2B5EF4-FFF2-40B4-BE49-F238E27FC236}">
                <a16:creationId xmlns:a16="http://schemas.microsoft.com/office/drawing/2014/main" id="{6F39867E-6393-1C23-A66D-ACFA8A34991B}"/>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31509" y="2472903"/>
            <a:ext cx="3031484" cy="3031484"/>
          </a:xfrm>
          <a:prstGeom prst="rect">
            <a:avLst/>
          </a:prstGeom>
        </p:spPr>
      </p:pic>
      <p:graphicFrame>
        <p:nvGraphicFramePr>
          <p:cNvPr id="16" name="Content Placeholder 2">
            <a:extLst>
              <a:ext uri="{FF2B5EF4-FFF2-40B4-BE49-F238E27FC236}">
                <a16:creationId xmlns:a16="http://schemas.microsoft.com/office/drawing/2014/main" id="{69E788E4-4673-D853-04D8-16B5EC61E978}"/>
              </a:ext>
            </a:extLst>
          </p:cNvPr>
          <p:cNvGraphicFramePr>
            <a:graphicFrameLocks noGrp="1"/>
          </p:cNvGraphicFramePr>
          <p:nvPr>
            <p:ph idx="1"/>
          </p:nvPr>
        </p:nvGraphicFramePr>
        <p:xfrm>
          <a:off x="4706460" y="2108201"/>
          <a:ext cx="6388260" cy="3760891"/>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27" name="Rectangle 26">
            <a:extLst>
              <a:ext uri="{FF2B5EF4-FFF2-40B4-BE49-F238E27FC236}">
                <a16:creationId xmlns:a16="http://schemas.microsoft.com/office/drawing/2014/main" id="{0B2EDFE5-9478-4774-9D3D-FEC7DC708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400800"/>
            <a:ext cx="12192000"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Tree>
    <p:extLst>
      <p:ext uri="{BB962C8B-B14F-4D97-AF65-F5344CB8AC3E}">
        <p14:creationId xmlns:p14="http://schemas.microsoft.com/office/powerpoint/2010/main" val="31253243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68BDBE5C-BBE9-4E89-BEE5-DEB6EAB870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215CA2A-4B5B-A79B-BFF4-41D7D11D9EC4}"/>
              </a:ext>
            </a:extLst>
          </p:cNvPr>
          <p:cNvSpPr>
            <a:spLocks noGrp="1"/>
          </p:cNvSpPr>
          <p:nvPr>
            <p:ph type="title"/>
          </p:nvPr>
        </p:nvSpPr>
        <p:spPr>
          <a:xfrm>
            <a:off x="643467" y="634946"/>
            <a:ext cx="3689094" cy="5055904"/>
          </a:xfrm>
        </p:spPr>
        <p:txBody>
          <a:bodyPr anchor="ctr">
            <a:normAutofit/>
          </a:bodyPr>
          <a:lstStyle/>
          <a:p>
            <a:pPr algn="r"/>
            <a:r>
              <a:rPr lang="en-IE"/>
              <a:t>Feature Importance</a:t>
            </a:r>
          </a:p>
        </p:txBody>
      </p:sp>
      <p:cxnSp>
        <p:nvCxnSpPr>
          <p:cNvPr id="11" name="Straight Connector 10">
            <a:extLst>
              <a:ext uri="{FF2B5EF4-FFF2-40B4-BE49-F238E27FC236}">
                <a16:creationId xmlns:a16="http://schemas.microsoft.com/office/drawing/2014/main" id="{2752F38C-F560-47AA-90AD-209F39C0415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654296" y="1791298"/>
            <a:ext cx="0" cy="2743200"/>
          </a:xfrm>
          <a:prstGeom prst="line">
            <a:avLst/>
          </a:prstGeom>
          <a:ln w="1270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DFC4168B-AA75-4715-9B96-CF84B170A6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400800"/>
            <a:ext cx="12192000"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graphicFrame>
        <p:nvGraphicFramePr>
          <p:cNvPr id="5" name="Content Placeholder 2">
            <a:extLst>
              <a:ext uri="{FF2B5EF4-FFF2-40B4-BE49-F238E27FC236}">
                <a16:creationId xmlns:a16="http://schemas.microsoft.com/office/drawing/2014/main" id="{F69811C5-BE9E-9DC8-FAD0-A0B25ECCB893}"/>
              </a:ext>
            </a:extLst>
          </p:cNvPr>
          <p:cNvGraphicFramePr>
            <a:graphicFrameLocks noGrp="1"/>
          </p:cNvGraphicFramePr>
          <p:nvPr>
            <p:ph idx="1"/>
            <p:extLst>
              <p:ext uri="{D42A27DB-BD31-4B8C-83A1-F6EECF244321}">
                <p14:modId xmlns:p14="http://schemas.microsoft.com/office/powerpoint/2010/main" val="3264427398"/>
              </p:ext>
            </p:extLst>
          </p:nvPr>
        </p:nvGraphicFramePr>
        <p:xfrm>
          <a:off x="4976031" y="634947"/>
          <a:ext cx="6582555" cy="512179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983190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64BBAA4-C62B-4146-B49F-FE4CC4655E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0790E83-98A4-335A-6696-511B69825B7F}"/>
              </a:ext>
            </a:extLst>
          </p:cNvPr>
          <p:cNvSpPr>
            <a:spLocks noGrp="1"/>
          </p:cNvSpPr>
          <p:nvPr>
            <p:ph type="title"/>
          </p:nvPr>
        </p:nvSpPr>
        <p:spPr>
          <a:xfrm>
            <a:off x="878911" y="643468"/>
            <a:ext cx="3177847" cy="1674180"/>
          </a:xfrm>
        </p:spPr>
        <p:txBody>
          <a:bodyPr>
            <a:normAutofit/>
          </a:bodyPr>
          <a:lstStyle/>
          <a:p>
            <a:r>
              <a:rPr lang="en-IE" sz="4000"/>
              <a:t>Decision Tree</a:t>
            </a:r>
          </a:p>
        </p:txBody>
      </p:sp>
      <p:cxnSp>
        <p:nvCxnSpPr>
          <p:cNvPr id="12" name="Straight Connector 11">
            <a:extLst>
              <a:ext uri="{FF2B5EF4-FFF2-40B4-BE49-F238E27FC236}">
                <a16:creationId xmlns:a16="http://schemas.microsoft.com/office/drawing/2014/main" id="{EEB57AA8-F021-480C-A9E2-F8991331361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962164" y="2478513"/>
            <a:ext cx="2926080" cy="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A9E1C350-4870-06F9-27CE-F60DF63E4F4B}"/>
              </a:ext>
            </a:extLst>
          </p:cNvPr>
          <p:cNvSpPr>
            <a:spLocks noGrp="1"/>
          </p:cNvSpPr>
          <p:nvPr>
            <p:ph idx="1"/>
          </p:nvPr>
        </p:nvSpPr>
        <p:spPr>
          <a:xfrm>
            <a:off x="858064" y="2639380"/>
            <a:ext cx="3205049" cy="3229714"/>
          </a:xfrm>
        </p:spPr>
        <p:txBody>
          <a:bodyPr>
            <a:normAutofit/>
          </a:bodyPr>
          <a:lstStyle/>
          <a:p>
            <a:r>
              <a:rPr lang="en-IE" dirty="0"/>
              <a:t>Rule-based decision structure</a:t>
            </a:r>
          </a:p>
          <a:p>
            <a:r>
              <a:rPr lang="en-IE" dirty="0"/>
              <a:t>Splits data using thresholds</a:t>
            </a:r>
          </a:p>
          <a:p>
            <a:r>
              <a:rPr lang="en-IE" dirty="0"/>
              <a:t>Transparent and interpretable</a:t>
            </a:r>
          </a:p>
          <a:p>
            <a:endParaRPr lang="en-IE" dirty="0"/>
          </a:p>
        </p:txBody>
      </p:sp>
      <p:pic>
        <p:nvPicPr>
          <p:cNvPr id="5" name="Picture 4">
            <a:extLst>
              <a:ext uri="{FF2B5EF4-FFF2-40B4-BE49-F238E27FC236}">
                <a16:creationId xmlns:a16="http://schemas.microsoft.com/office/drawing/2014/main" id="{62219993-360A-B5DE-3A93-0D89F50A88E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653447" y="955883"/>
            <a:ext cx="6892560" cy="4600786"/>
          </a:xfrm>
          <a:prstGeom prst="rect">
            <a:avLst/>
          </a:prstGeom>
        </p:spPr>
      </p:pic>
      <p:sp>
        <p:nvSpPr>
          <p:cNvPr id="14" name="Rectangle 13">
            <a:extLst>
              <a:ext uri="{FF2B5EF4-FFF2-40B4-BE49-F238E27FC236}">
                <a16:creationId xmlns:a16="http://schemas.microsoft.com/office/drawing/2014/main" id="{6BF36B24-6632-4516-9692-731462896C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400800"/>
            <a:ext cx="12192000"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Tree>
    <p:extLst>
      <p:ext uri="{BB962C8B-B14F-4D97-AF65-F5344CB8AC3E}">
        <p14:creationId xmlns:p14="http://schemas.microsoft.com/office/powerpoint/2010/main" val="26022442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C8DD82D3-D002-45B0-B16A-82B3DA4EFD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F08E961-77FB-29AB-AFD6-12E9356420F8}"/>
              </a:ext>
            </a:extLst>
          </p:cNvPr>
          <p:cNvSpPr>
            <a:spLocks noGrp="1"/>
          </p:cNvSpPr>
          <p:nvPr>
            <p:ph type="title"/>
          </p:nvPr>
        </p:nvSpPr>
        <p:spPr>
          <a:xfrm>
            <a:off x="643468" y="643467"/>
            <a:ext cx="3073550" cy="5126203"/>
          </a:xfrm>
        </p:spPr>
        <p:txBody>
          <a:bodyPr anchor="ctr">
            <a:normAutofit/>
          </a:bodyPr>
          <a:lstStyle/>
          <a:p>
            <a:pPr algn="r"/>
            <a:r>
              <a:rPr lang="en-IE" sz="4300"/>
              <a:t>Conclusion</a:t>
            </a:r>
          </a:p>
        </p:txBody>
      </p:sp>
      <p:cxnSp>
        <p:nvCxnSpPr>
          <p:cNvPr id="10" name="Straight Connector 9">
            <a:extLst>
              <a:ext uri="{FF2B5EF4-FFF2-40B4-BE49-F238E27FC236}">
                <a16:creationId xmlns:a16="http://schemas.microsoft.com/office/drawing/2014/main" id="{9F09C252-16FE-4557-AD6D-BB5CA773496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042052" y="1778497"/>
            <a:ext cx="0" cy="3200400"/>
          </a:xfrm>
          <a:prstGeom prst="line">
            <a:avLst/>
          </a:prstGeom>
          <a:ln w="19050">
            <a:solidFill>
              <a:schemeClr val="tx1"/>
            </a:solidFill>
            <a:miter lim="800000"/>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64DDF63D-3E22-869C-2973-79ACC1D57CA4}"/>
              </a:ext>
            </a:extLst>
          </p:cNvPr>
          <p:cNvSpPr>
            <a:spLocks noGrp="1"/>
          </p:cNvSpPr>
          <p:nvPr>
            <p:ph idx="1"/>
          </p:nvPr>
        </p:nvSpPr>
        <p:spPr>
          <a:xfrm>
            <a:off x="4363786" y="621697"/>
            <a:ext cx="6791894" cy="5147973"/>
          </a:xfrm>
        </p:spPr>
        <p:txBody>
          <a:bodyPr anchor="ctr">
            <a:normAutofit/>
          </a:bodyPr>
          <a:lstStyle/>
          <a:p>
            <a:r>
              <a:rPr lang="en-IE" dirty="0"/>
              <a:t>After completing this experiment, the following conclusions were made:</a:t>
            </a:r>
          </a:p>
          <a:p>
            <a:pPr>
              <a:buFont typeface="Wingdings" panose="05000000000000000000" pitchFamily="2" charset="2"/>
              <a:buChar char="v"/>
            </a:pPr>
            <a:r>
              <a:rPr lang="en-IE" dirty="0"/>
              <a:t>Machine learning can support medical decisions</a:t>
            </a:r>
          </a:p>
          <a:p>
            <a:pPr>
              <a:buFont typeface="Wingdings" panose="05000000000000000000" pitchFamily="2" charset="2"/>
              <a:buChar char="v"/>
            </a:pPr>
            <a:r>
              <a:rPr lang="en-IE" dirty="0"/>
              <a:t>The model itself performed well in its given task</a:t>
            </a:r>
          </a:p>
          <a:p>
            <a:pPr>
              <a:buFont typeface="Wingdings" panose="05000000000000000000" pitchFamily="2" charset="2"/>
              <a:buChar char="v"/>
            </a:pPr>
            <a:r>
              <a:rPr lang="en-IE" dirty="0"/>
              <a:t>The overall experiment demonstrates AI’s potential in the healthcare sector. </a:t>
            </a:r>
          </a:p>
        </p:txBody>
      </p:sp>
      <p:sp>
        <p:nvSpPr>
          <p:cNvPr id="12" name="Rectangle 11">
            <a:extLst>
              <a:ext uri="{FF2B5EF4-FFF2-40B4-BE49-F238E27FC236}">
                <a16:creationId xmlns:a16="http://schemas.microsoft.com/office/drawing/2014/main" id="{14552793-7DFF-4EC7-AC69-D34A75D018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400800"/>
            <a:ext cx="12192000"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E"/>
          </a:p>
        </p:txBody>
      </p:sp>
    </p:spTree>
    <p:extLst>
      <p:ext uri="{BB962C8B-B14F-4D97-AF65-F5344CB8AC3E}">
        <p14:creationId xmlns:p14="http://schemas.microsoft.com/office/powerpoint/2010/main" val="96089301"/>
      </p:ext>
    </p:extLst>
  </p:cSld>
  <p:clrMapOvr>
    <a:masterClrMapping/>
  </p:clrMapOvr>
</p:sld>
</file>

<file path=ppt/theme/theme1.xml><?xml version="1.0" encoding="utf-8"?>
<a:theme xmlns:a="http://schemas.openxmlformats.org/drawingml/2006/main" name="RetrospectVTI">
  <a:themeElements>
    <a:clrScheme name="Retrospect">
      <a:dk1>
        <a:sysClr val="windowText" lastClr="000000"/>
      </a:dk1>
      <a:lt1>
        <a:sysClr val="window" lastClr="FFFFFF"/>
      </a:lt1>
      <a:dk2>
        <a:srgbClr val="344068"/>
      </a:dk2>
      <a:lt2>
        <a:srgbClr val="D9E0E6"/>
      </a:lt2>
      <a:accent1>
        <a:srgbClr val="1CADE4"/>
      </a:accent1>
      <a:accent2>
        <a:srgbClr val="2683C6"/>
      </a:accent2>
      <a:accent3>
        <a:srgbClr val="28C4CC"/>
      </a:accent3>
      <a:accent4>
        <a:srgbClr val="42BA97"/>
      </a:accent4>
      <a:accent5>
        <a:srgbClr val="3E8853"/>
      </a:accent5>
      <a:accent6>
        <a:srgbClr val="62A39F"/>
      </a:accent6>
      <a:hlink>
        <a:srgbClr val="6EAC1C"/>
      </a:hlink>
      <a:folHlink>
        <a:srgbClr val="B26B02"/>
      </a:folHlink>
    </a:clrScheme>
    <a:fontScheme name="Retrospect">
      <a:majorFont>
        <a:latin typeface="Avenir Next LT Pro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LT Pro"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VTI" id="{ABE3C30C-0FC0-4450-828E-52DE70F1BCCB}" vid="{A6E2497D-935A-4CFD-B9FD-6DCB15FA68B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7855545-00bb-4800-a65f-e79104ec0fc4}" enabled="0" method="" siteId="{47855545-00bb-4800-a65f-e79104ec0fc4}" removed="1"/>
</clbl:labelList>
</file>

<file path=docProps/app.xml><?xml version="1.0" encoding="utf-8"?>
<Properties xmlns="http://schemas.openxmlformats.org/officeDocument/2006/extended-properties" xmlns:vt="http://schemas.openxmlformats.org/officeDocument/2006/docPropsVTypes">
  <TotalTime>453</TotalTime>
  <Words>1384</Words>
  <Application>Microsoft Office PowerPoint</Application>
  <PresentationFormat>Widescreen</PresentationFormat>
  <Paragraphs>134</Paragraphs>
  <Slides>15</Slides>
  <Notes>15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Aptos</vt:lpstr>
      <vt:lpstr>Arial</vt:lpstr>
      <vt:lpstr>Avenir Next LT Pro</vt:lpstr>
      <vt:lpstr>Avenir Next LT Pro Light</vt:lpstr>
      <vt:lpstr>Calibri</vt:lpstr>
      <vt:lpstr>Wingdings</vt:lpstr>
      <vt:lpstr>RetrospectVTI</vt:lpstr>
      <vt:lpstr>Triage Dataset </vt:lpstr>
      <vt:lpstr>AI Medical Doctor: Predicting Patient Risk Using Machine Learning</vt:lpstr>
      <vt:lpstr>Project Aim</vt:lpstr>
      <vt:lpstr>Research Question</vt:lpstr>
      <vt:lpstr>Dataset Description</vt:lpstr>
      <vt:lpstr>Data Cleaning</vt:lpstr>
      <vt:lpstr>Feature Selection</vt:lpstr>
      <vt:lpstr>Model Choice</vt:lpstr>
      <vt:lpstr>Code Section</vt:lpstr>
      <vt:lpstr>Model Results</vt:lpstr>
      <vt:lpstr>Confusion Matrix</vt:lpstr>
      <vt:lpstr>Classification Report</vt:lpstr>
      <vt:lpstr>Feature Importance</vt:lpstr>
      <vt:lpstr>Decision Tree</vt:lpstr>
      <vt:lpstr>Conclusion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Oisin Gibson - STUDENT</dc:creator>
  <cp:lastModifiedBy>Oisin Gibson - STUDENT</cp:lastModifiedBy>
  <cp:revision>1</cp:revision>
  <dcterms:created xsi:type="dcterms:W3CDTF">2026-03-23T11:17:36Z</dcterms:created>
  <dcterms:modified xsi:type="dcterms:W3CDTF">2026-04-10T09:24:36Z</dcterms:modified>
</cp:coreProperties>
</file>